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791" r:id="rId4"/>
  </p:sldMasterIdLst>
  <p:notesMasterIdLst>
    <p:notesMasterId r:id="rId19"/>
  </p:notesMasterIdLst>
  <p:handoutMasterIdLst>
    <p:handoutMasterId r:id="rId20"/>
  </p:handoutMasterIdLst>
  <p:sldIdLst>
    <p:sldId id="2147469121" r:id="rId5"/>
    <p:sldId id="2147469323" r:id="rId6"/>
    <p:sldId id="2147481382" r:id="rId7"/>
    <p:sldId id="2147481381" r:id="rId8"/>
    <p:sldId id="2147481392" r:id="rId9"/>
    <p:sldId id="2147481383" r:id="rId10"/>
    <p:sldId id="2147481384" r:id="rId11"/>
    <p:sldId id="2147481385" r:id="rId12"/>
    <p:sldId id="2147481388" r:id="rId13"/>
    <p:sldId id="2147481391" r:id="rId14"/>
    <p:sldId id="2147481390" r:id="rId15"/>
    <p:sldId id="2147469348" r:id="rId16"/>
    <p:sldId id="2147469392" r:id="rId17"/>
    <p:sldId id="2147481386"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90E84548-5A3D-4B01-9615-3E1C6DE5C86D}">
          <p14:sldIdLst>
            <p14:sldId id="2147469121"/>
            <p14:sldId id="2147469323"/>
          </p14:sldIdLst>
        </p14:section>
        <p14:section name="Subtask1.3" id="{7EE7B718-8EDA-489F-BE25-E048780AF354}">
          <p14:sldIdLst>
            <p14:sldId id="2147481382"/>
            <p14:sldId id="2147481381"/>
            <p14:sldId id="2147481392"/>
            <p14:sldId id="2147481383"/>
            <p14:sldId id="2147481384"/>
            <p14:sldId id="2147481385"/>
            <p14:sldId id="2147481388"/>
            <p14:sldId id="2147481391"/>
            <p14:sldId id="2147481390"/>
          </p14:sldIdLst>
        </p14:section>
        <p14:section name="Other Updates" id="{3A5AD79B-776F-4DBA-9B7F-C14E8988C7F6}">
          <p14:sldIdLst>
            <p14:sldId id="2147469348"/>
            <p14:sldId id="2147469392"/>
          </p14:sldIdLst>
        </p14:section>
        <p14:section name="Appendix" id="{D5EAF2FD-C873-4789-B461-153CC0AB339C}">
          <p14:sldIdLst/>
        </p14:section>
        <p14:section name="backup" id="{A2586578-21C5-4A7C-BB99-278E891F978D}">
          <p14:sldIdLst>
            <p14:sldId id="2147481386"/>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28EE1522-948F-C5F3-9EC2-D58992E418C4}" name="Yuan, Jinghui" initials="JY" userId="S::29y@ornl.gov::a3672594-b4d5-42cb-b1b7-3acc54d88c2d" providerId="AD"/>
  <p188:author id="{7A9D8B6F-4C39-6179-0AEB-3DB9826E20DF}" name="Luo, Roy" initials="" userId="S::xh8@ornl.gov::44783493-1248-4a72-b4b9-062ffc6d6086" providerId="AD"/>
  <p188:author id="{26806798-D742-0246-A1AB-1D6A277A7D1D}" name="Saroj, Abhilasha" initials="AS" userId="S::ets@ornl.gov::d67c2eea-89d4-45fa-9ce0-c1ad439feab6" providerId="AD"/>
  <p188:author id="{8930B8A8-CD03-9486-2884-9D09EC6E71C2}" name="Xu, Guanhao" initials="GX" userId="S::ggx@ornl.gov::18c8a180-c310-48c9-ac4d-26b2a3c020bf" providerId="AD"/>
  <p188:author id="{1E5F47DA-2579-3798-EC2C-38BAC74B16AE}" name="Wang, Ross" initials="RW" userId="S::4cw@ornl.gov::6c1b3091-d4d7-488c-8d70-20d3395dbc9b"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A9C00"/>
    <a:srgbClr val="FEA900"/>
    <a:srgbClr val="DBF9C5"/>
    <a:srgbClr val="D5F0FF"/>
    <a:srgbClr val="28A351"/>
    <a:srgbClr val="B9E6FF"/>
    <a:srgbClr val="FFFF9F"/>
    <a:srgbClr val="FFFFE1"/>
    <a:srgbClr val="DDDDDD"/>
    <a:srgbClr val="E5FD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howGuides="1">
      <p:cViewPr varScale="1">
        <p:scale>
          <a:sx n="101" d="100"/>
          <a:sy n="101" d="100"/>
        </p:scale>
        <p:origin x="876" y="108"/>
      </p:cViewPr>
      <p:guideLst/>
    </p:cSldViewPr>
  </p:slideViewPr>
  <p:notesTextViewPr>
    <p:cViewPr>
      <p:scale>
        <a:sx n="1" d="1"/>
        <a:sy n="1" d="1"/>
      </p:scale>
      <p:origin x="0" y="0"/>
    </p:cViewPr>
  </p:notesTextViewPr>
  <p:notesViewPr>
    <p:cSldViewPr snapToGrid="0" showGuides="1">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8/10/relationships/authors" Target="authors.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roj, Abhilasha" userId="d67c2eea-89d4-45fa-9ce0-c1ad439feab6" providerId="ADAL" clId="{1F9C6C7C-1283-4544-9D6E-4D9C42D7FCA5}"/>
    <pc:docChg chg="modSld">
      <pc:chgData name="Saroj, Abhilasha" userId="d67c2eea-89d4-45fa-9ce0-c1ad439feab6" providerId="ADAL" clId="{1F9C6C7C-1283-4544-9D6E-4D9C42D7FCA5}" dt="2026-08-31T21:21:12.668" v="9" actId="20577"/>
      <pc:docMkLst>
        <pc:docMk/>
      </pc:docMkLst>
      <pc:sldChg chg="modSp mod">
        <pc:chgData name="Saroj, Abhilasha" userId="d67c2eea-89d4-45fa-9ce0-c1ad439feab6" providerId="ADAL" clId="{1F9C6C7C-1283-4544-9D6E-4D9C42D7FCA5}" dt="2026-08-31T14:30:56.680" v="6" actId="1076"/>
        <pc:sldMkLst>
          <pc:docMk/>
          <pc:sldMk cId="1074245539" sldId="2147481383"/>
        </pc:sldMkLst>
        <pc:spChg chg="mod">
          <ac:chgData name="Saroj, Abhilasha" userId="d67c2eea-89d4-45fa-9ce0-c1ad439feab6" providerId="ADAL" clId="{1F9C6C7C-1283-4544-9D6E-4D9C42D7FCA5}" dt="2026-08-31T14:30:56.680" v="6" actId="1076"/>
          <ac:spMkLst>
            <pc:docMk/>
            <pc:sldMk cId="1074245539" sldId="2147481383"/>
            <ac:spMk id="9" creationId="{1560ECA5-3582-244A-4116-1D3F447EA5F8}"/>
          </ac:spMkLst>
        </pc:spChg>
      </pc:sldChg>
      <pc:sldChg chg="modSp mod">
        <pc:chgData name="Saroj, Abhilasha" userId="d67c2eea-89d4-45fa-9ce0-c1ad439feab6" providerId="ADAL" clId="{1F9C6C7C-1283-4544-9D6E-4D9C42D7FCA5}" dt="2026-08-31T21:21:12.668" v="9" actId="20577"/>
        <pc:sldMkLst>
          <pc:docMk/>
          <pc:sldMk cId="1220108967" sldId="2147481386"/>
        </pc:sldMkLst>
        <pc:spChg chg="mod">
          <ac:chgData name="Saroj, Abhilasha" userId="d67c2eea-89d4-45fa-9ce0-c1ad439feab6" providerId="ADAL" clId="{1F9C6C7C-1283-4544-9D6E-4D9C42D7FCA5}" dt="2026-08-31T21:21:08.514" v="7" actId="6549"/>
          <ac:spMkLst>
            <pc:docMk/>
            <pc:sldMk cId="1220108967" sldId="2147481386"/>
            <ac:spMk id="8" creationId="{A1BF6B50-6167-7E12-2BC0-CB37F166CE2A}"/>
          </ac:spMkLst>
        </pc:spChg>
        <pc:spChg chg="mod">
          <ac:chgData name="Saroj, Abhilasha" userId="d67c2eea-89d4-45fa-9ce0-c1ad439feab6" providerId="ADAL" clId="{1F9C6C7C-1283-4544-9D6E-4D9C42D7FCA5}" dt="2026-08-31T21:21:12.668" v="9" actId="20577"/>
          <ac:spMkLst>
            <pc:docMk/>
            <pc:sldMk cId="1220108967" sldId="2147481386"/>
            <ac:spMk id="16" creationId="{A1BF6B50-6167-7E12-2BC0-CB37F166CE2A}"/>
          </ac:spMkLst>
        </pc:spChg>
      </pc:sldChg>
      <pc:sldChg chg="modSp mod">
        <pc:chgData name="Saroj, Abhilasha" userId="d67c2eea-89d4-45fa-9ce0-c1ad439feab6" providerId="ADAL" clId="{1F9C6C7C-1283-4544-9D6E-4D9C42D7FCA5}" dt="2026-08-31T14:16:23.747" v="5" actId="20577"/>
        <pc:sldMkLst>
          <pc:docMk/>
          <pc:sldMk cId="2792820226" sldId="2147481392"/>
        </pc:sldMkLst>
        <pc:spChg chg="mod">
          <ac:chgData name="Saroj, Abhilasha" userId="d67c2eea-89d4-45fa-9ce0-c1ad439feab6" providerId="ADAL" clId="{1F9C6C7C-1283-4544-9D6E-4D9C42D7FCA5}" dt="2026-08-31T14:16:23.747" v="5" actId="20577"/>
          <ac:spMkLst>
            <pc:docMk/>
            <pc:sldMk cId="2792820226" sldId="2147481392"/>
            <ac:spMk id="7" creationId="{C90ABA93-06F8-64AA-8B34-4AEEC282285A}"/>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12F454D-A2FB-E28F-62C2-050A837E17C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BA896BDF-7ADA-716C-F5CA-D157A094BBB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A614C3F-0AF5-DA4C-84F9-3990FF0B58A5}" type="datetimeFigureOut">
              <a:rPr lang="en-US" smtClean="0"/>
              <a:t>8/31/2026</a:t>
            </a:fld>
            <a:endParaRPr lang="en-US"/>
          </a:p>
        </p:txBody>
      </p:sp>
      <p:sp>
        <p:nvSpPr>
          <p:cNvPr id="4" name="Footer Placeholder 3">
            <a:extLst>
              <a:ext uri="{FF2B5EF4-FFF2-40B4-BE49-F238E27FC236}">
                <a16:creationId xmlns:a16="http://schemas.microsoft.com/office/drawing/2014/main" id="{72677AF2-C6EF-69B3-EBC0-F3BECE6632A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E24AEBCA-6ABE-1DFD-7AA8-A3B2F1B635F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67AB913-EDAA-C746-870D-9B7877FA5A85}" type="slidenum">
              <a:rPr lang="en-US" smtClean="0"/>
              <a:t>‹#›</a:t>
            </a:fld>
            <a:endParaRPr lang="en-US"/>
          </a:p>
        </p:txBody>
      </p:sp>
    </p:spTree>
    <p:extLst>
      <p:ext uri="{BB962C8B-B14F-4D97-AF65-F5344CB8AC3E}">
        <p14:creationId xmlns:p14="http://schemas.microsoft.com/office/powerpoint/2010/main" val="100569051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F2D4C33-E834-184F-A85B-4B1A7D742F82}" type="datetimeFigureOut">
              <a:rPr lang="en-US" smtClean="0"/>
              <a:t>8/31/2026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EA2CD3-FB95-D94F-9F04-F9F995EAB822}" type="slidenum">
              <a:rPr lang="en-US" smtClean="0"/>
              <a:t>‹#›</a:t>
            </a:fld>
            <a:endParaRPr lang="en-US"/>
          </a:p>
        </p:txBody>
      </p:sp>
    </p:spTree>
    <p:extLst>
      <p:ext uri="{BB962C8B-B14F-4D97-AF65-F5344CB8AC3E}">
        <p14:creationId xmlns:p14="http://schemas.microsoft.com/office/powerpoint/2010/main" val="18183317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EEA2CD3-FB95-D94F-9F04-F9F995EAB822}" type="slidenum">
              <a:rPr lang="en-US" smtClean="0"/>
              <a:t>1</a:t>
            </a:fld>
            <a:endParaRPr lang="en-US"/>
          </a:p>
        </p:txBody>
      </p:sp>
    </p:spTree>
    <p:extLst>
      <p:ext uri="{BB962C8B-B14F-4D97-AF65-F5344CB8AC3E}">
        <p14:creationId xmlns:p14="http://schemas.microsoft.com/office/powerpoint/2010/main" val="38972221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EEA2CD3-FB95-D94F-9F04-F9F995EAB822}" type="slidenum">
              <a:rPr lang="en-US" smtClean="0"/>
              <a:t>2</a:t>
            </a:fld>
            <a:endParaRPr lang="en-US"/>
          </a:p>
        </p:txBody>
      </p:sp>
    </p:spTree>
    <p:extLst>
      <p:ext uri="{BB962C8B-B14F-4D97-AF65-F5344CB8AC3E}">
        <p14:creationId xmlns:p14="http://schemas.microsoft.com/office/powerpoint/2010/main" val="29184465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B0F897-8E6B-4233-8FF7-6DF26F51BB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3CA41B9-FB57-93FA-0767-B2A130F257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D2A1F4-E1D2-9DEB-2C7A-692C2257A7B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7C4EC6D-A765-5458-53AE-54ADBF2EC4F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EEA2CD3-FB95-D94F-9F04-F9F995EAB82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3791688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Both simulators start from the same OpenDRIVE file that netconvert writes; only the import differs.</a:t>
            </a:r>
          </a:p>
          <a:p>
            <a:endParaRPr/>
          </a:p>
          <a:p>
            <a:r>
              <a:t>Two things had to be solved for Vissim. Georeferencing: netconvert parks the true origin in the OpenDRIVE header, which Vissim's importer ignores, dropping the network next to (0,0) -- so the network is shifted back to true UTM before export. And renumbering: Vissim assigns its own link numbers on import, so OpenDRIVE roads 390-575 become Vissim links 1-186 and no upstream ID survives.</a:t>
            </a:r>
          </a:p>
          <a:p>
            <a:endParaRPr/>
          </a:p>
          <a:p>
            <a:r>
              <a:t>Chattanooga: 186 links and 255 connectors from 186 drivable roads.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Why "structural" rather than "how the data are accessed".</a:t>
            </a:r>
          </a:p>
          <a:p>
            <a:endParaRPr/>
          </a:p>
          <a:p>
            <a:r>
              <a:t>SUMO's network file names junctions, connections and turn directions outright: a</a:t>
            </a:r>
          </a:p>
          <a:p>
            <a:r>
              <a:t>junction is an element, a turn is a &lt;connection&gt;, and its direction is the dir</a:t>
            </a:r>
          </a:p>
          <a:p>
            <a:r>
              <a:t>attribute. None of that exists on the Vissim side. Vissim assigns its own link</a:t>
            </a:r>
          </a:p>
          <a:p>
            <a:r>
              <a:t>numbers on import, so no upstream identifier survives -- OpenDRIVE roads 390-575</a:t>
            </a:r>
          </a:p>
          <a:p>
            <a:r>
              <a:t>become Vissim links 1-186. It has no junction object at all, only links and</a:t>
            </a:r>
          </a:p>
          <a:p>
            <a:r>
              <a:t>connectors. And every OpenDRIVE road becomes a link, junction interiors</a:t>
            </a:r>
          </a:p>
          <a:p>
            <a:r>
              <a:t>included, so one movement is a path -- approach, connector, internal link(s),</a:t>
            </a:r>
          </a:p>
          <a:p>
            <a:r>
              <a:t>connector, exit -- rather than a single connection. Chattanooga's 186 links are</a:t>
            </a:r>
          </a:p>
          <a:p>
            <a:r>
              <a:t>59 road links and 127 junction-internal ones.</a:t>
            </a:r>
          </a:p>
          <a:p>
            <a:endParaRPr/>
          </a:p>
          <a:p>
            <a:r>
              <a:t>How junctions are recovered.</a:t>
            </a:r>
          </a:p>
          <a:p>
            <a:endParaRPr/>
          </a:p>
          <a:p>
            <a:r>
              <a:t>Every &lt;road&gt; in an OpenDRIVE file carries a junction attribute: the id of the</a:t>
            </a:r>
          </a:p>
          <a:p>
            <a:r>
              <a:t>junction it belongs to, or -1. Both that and the junction's own id are required</a:t>
            </a:r>
          </a:p>
          <a:p>
            <a:r>
              <a:t>by the standard, so any conforming file has them. Matching each Vissim link back</a:t>
            </a:r>
          </a:p>
          <a:p>
            <a:r>
              <a:t>to its road therefore brings the grouping across. Approaches are then the links</a:t>
            </a:r>
          </a:p>
          <a:p>
            <a:r>
              <a:t>feeding an interior link from outside, filtered to groups with at least three --</a:t>
            </a:r>
          </a:p>
          <a:p>
            <a:r>
              <a:t>17 groups become 10 intersections on Chattanooga. Bearings come from the link</a:t>
            </a:r>
          </a:p>
          <a:p>
            <a:r>
              <a:t>polylines, and turns from the bearing change, using SUMO's own rule ported from</a:t>
            </a:r>
          </a:p>
          <a:p>
            <a:r>
              <a:t>NBNode::getDirection so both pipelines label a movement the same way.</a:t>
            </a:r>
          </a:p>
          <a:p>
            <a:endParaRPr/>
          </a:p>
          <a:p>
            <a:r>
              <a:t>Default, alternative, and last resort.</a:t>
            </a:r>
          </a:p>
          <a:p>
            <a:endParaRPr/>
          </a:p>
          <a:p>
            <a:r>
              <a:t>By default each link is matched to its road by GEOMETRY.  Three attributes are</a:t>
            </a:r>
          </a:p>
          <a:p>
            <a:r>
              <a:t>compared: the Vissim link polyline (LinkPolyPts, resampled to six points evenly</a:t>
            </a:r>
          </a:p>
          <a:p>
            <a:r>
              <a:t>by arc length) against the OpenDRIVE road's &lt;planView&gt; geometry evaluated in</a:t>
            </a:r>
          </a:p>
          <a:p>
            <a:r>
              <a:t>closed form; the Vissim link's Length2D against the OpenDRIVE road's length</a:t>
            </a:r>
          </a:p>
          <a:p>
            <a:r>
              <a:t>attribute; and the Vissim link's NumLanes against the OpenDRIVE road's count of</a:t>
            </a:r>
          </a:p>
          <a:p>
            <a:r>
              <a:t>type="driving" lanes.  Vissim shifts the whole network on import, so a constant</a:t>
            </a:r>
          </a:p>
          <a:p>
            <a:r>
              <a:t>offset is removed first by aligning centroids -- no Vissim link name is read</a:t>
            </a:r>
          </a:p>
          <a:p>
            <a:r>
              <a:t>anywhere in this route.</a:t>
            </a:r>
          </a:p>
          <a:p>
            <a:endParaRPr/>
          </a:p>
          <a:p>
            <a:r>
              <a:t>It is solved as a one-to-one assignment rather than a nearest-neighbour search,</a:t>
            </a:r>
          </a:p>
          <a:p>
            <a:r>
              <a:t>because Vissim imports exactly one Vissim link per drivable OpenDRIVE road.  On</a:t>
            </a:r>
          </a:p>
          <a:p>
            <a:r>
              <a:t>the OSM test that was 516 Vissim links against 516 OpenDRIVE roads with a driving</a:t>
            </a:r>
          </a:p>
          <a:p>
            <a:r>
              <a:t>lane, the other 516 OpenDRIVE roads being sidewalk and restricted ways which</a:t>
            </a:r>
          </a:p>
          <a:p>
            <a:r>
              <a:t>Vissim correctly skipped.  Solved greedily, several Vissim links claim the same</a:t>
            </a:r>
          </a:p>
          <a:p>
            <a:r>
              <a:t>OpenDRIVE road and it collapses -- an early attempt scored 33%.</a:t>
            </a:r>
          </a:p>
          <a:p>
            <a:endParaRPr/>
          </a:p>
          <a:p>
            <a:r>
              <a:t>The geometry primitives have to be evaluated properly: these files are almost</a:t>
            </a:r>
          </a:p>
          <a:p>
            <a:r>
              <a:t>entirely paramPoly3 (1278 of 1407 records on Chattanooga, with no arcs at all),</a:t>
            </a:r>
          </a:p>
          <a:p>
            <a:r>
              <a:t>and approximating them as straight chords misplaces precisely the short curved</a:t>
            </a:r>
          </a:p>
          <a:p>
            <a:r>
              <a:t>roads inside junctions.  Done correctly the match is exact on Chattanooga and the</a:t>
            </a:r>
          </a:p>
          <a:p>
            <a:r>
              <a:t>synthetic grid.</a:t>
            </a:r>
          </a:p>
          <a:p>
            <a:endParaRPr/>
          </a:p>
          <a:p>
            <a:r>
              <a:t>The ALTERNATIVE is the link NAME: Vissim writes the OpenDRIVE road id into it,</a:t>
            </a:r>
          </a:p>
          <a:p>
            <a:r>
              <a:t>so link 101 is named '490: :18_0-0-Right' and the 490 can simply be read off.</a:t>
            </a:r>
          </a:p>
          <a:p>
            <a:r>
              <a:t>Available as --junction-source name.</a:t>
            </a:r>
          </a:p>
          <a:p>
            <a:endParaRPr/>
          </a:p>
          <a:p>
            <a:r>
              <a:t>Both were built and compared. They give identical junction assignments on all</a:t>
            </a:r>
          </a:p>
          <a:p>
            <a:r>
              <a:t>786 links across three networks -- Chattanooga 186, a synthetic grid 84, an OSM</a:t>
            </a:r>
          </a:p>
          <a:p>
            <a:r>
              <a:t>extract 516. Geometry is the default only because the naming convention is PTV's</a:t>
            </a:r>
          </a:p>
          <a:p>
            <a:r>
              <a:t>rather than the OpenDRIVE standard's: nothing guarantees it survives a version</a:t>
            </a:r>
          </a:p>
          <a:p>
            <a:r>
              <a:t>change, whereas the junction attribute is mandatory.</a:t>
            </a:r>
          </a:p>
          <a:p>
            <a:endParaRPr/>
          </a:p>
          <a:p>
            <a:r>
              <a:t>If neither can run -- no .xodr supplied, or no names parse -- the code falls back</a:t>
            </a:r>
          </a:p>
          <a:p>
            <a:r>
              <a:t>to clustering short links within 30 m. That is a guess, and it says so.</a:t>
            </a:r>
          </a:p>
          <a:p>
            <a:endParaRPr/>
          </a:p>
          <a:p>
            <a:r>
              <a:t>What is confirmed, and what is not.</a:t>
            </a:r>
          </a:p>
          <a:p>
            <a:endParaRPr/>
          </a:p>
          <a:p>
            <a:r>
              <a:t>Confirmed on netconvert-produced OpenDRIVE imported into Vissim 2026, across</a:t>
            </a:r>
          </a:p>
          <a:p>
            <a:r>
              <a:t>three networks. Expected to hold for any conforming file that models its</a:t>
            </a:r>
          </a:p>
          <a:p>
            <a:r>
              <a:t>intersections as classic junctions with connecting roads, but not tested against</a:t>
            </a:r>
          </a:p>
          <a:p>
            <a:r>
              <a:t>RoadRunner, CARLA or a survey export. Direct and virtual junctions (OpenDRIVE</a:t>
            </a:r>
          </a:p>
          <a:p>
            <a:r>
              <a:t>1.7+) have no connecting roads at all, so no road points at them and they would</a:t>
            </a:r>
          </a:p>
          <a:p>
            <a:r>
              <a:t>be invisible to this grouping; netconvert does not emit them.</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Why "structural" rather than "how the data are accessed".</a:t>
            </a:r>
          </a:p>
          <a:p>
            <a:endParaRPr/>
          </a:p>
          <a:p>
            <a:r>
              <a:t>SUMO's network file names junctions, connections and turn directions outright: a</a:t>
            </a:r>
          </a:p>
          <a:p>
            <a:r>
              <a:t>junction is an element, a turn is a &lt;connection&gt;, and its direction is the dir</a:t>
            </a:r>
          </a:p>
          <a:p>
            <a:r>
              <a:t>attribute. None of that exists on the Vissim side. Vissim assigns its own link</a:t>
            </a:r>
          </a:p>
          <a:p>
            <a:r>
              <a:t>numbers on import, so no upstream identifier survives -- OpenDRIVE roads 390-575</a:t>
            </a:r>
          </a:p>
          <a:p>
            <a:r>
              <a:t>become Vissim links 1-186. It has no junction object at all, only links and</a:t>
            </a:r>
          </a:p>
          <a:p>
            <a:r>
              <a:t>connectors. And every OpenDRIVE road becomes a link, junction interiors</a:t>
            </a:r>
          </a:p>
          <a:p>
            <a:r>
              <a:t>included, so one movement is a path -- approach, connector, internal link(s),</a:t>
            </a:r>
          </a:p>
          <a:p>
            <a:r>
              <a:t>connector, exit -- rather than a single connection. Chattanooga's 186 links are</a:t>
            </a:r>
          </a:p>
          <a:p>
            <a:r>
              <a:t>59 road links and 127 junction-internal ones.</a:t>
            </a:r>
          </a:p>
          <a:p>
            <a:endParaRPr/>
          </a:p>
          <a:p>
            <a:r>
              <a:t>How junctions are recovered.</a:t>
            </a:r>
          </a:p>
          <a:p>
            <a:endParaRPr/>
          </a:p>
          <a:p>
            <a:r>
              <a:t>Every &lt;road&gt; in an OpenDRIVE file carries a junction attribute: the id of the</a:t>
            </a:r>
          </a:p>
          <a:p>
            <a:r>
              <a:t>junction it belongs to, or -1. Both that and the junction's own id are required</a:t>
            </a:r>
          </a:p>
          <a:p>
            <a:r>
              <a:t>by the standard, so any conforming file has them. Matching each Vissim link back</a:t>
            </a:r>
          </a:p>
          <a:p>
            <a:r>
              <a:t>to its road therefore brings the grouping across. Approaches are then the links</a:t>
            </a:r>
          </a:p>
          <a:p>
            <a:r>
              <a:t>feeding an interior link from outside, filtered to groups with at least three --</a:t>
            </a:r>
          </a:p>
          <a:p>
            <a:r>
              <a:t>17 groups become 10 intersections on Chattanooga. Bearings come from the link</a:t>
            </a:r>
          </a:p>
          <a:p>
            <a:r>
              <a:t>polylines, and turns from the bearing change, using SUMO's own rule ported from</a:t>
            </a:r>
          </a:p>
          <a:p>
            <a:r>
              <a:t>NBNode::getDirection so both pipelines label a movement the same way.</a:t>
            </a:r>
          </a:p>
          <a:p>
            <a:endParaRPr/>
          </a:p>
          <a:p>
            <a:r>
              <a:t>Default, alternative, and last resort.</a:t>
            </a:r>
          </a:p>
          <a:p>
            <a:endParaRPr/>
          </a:p>
          <a:p>
            <a:r>
              <a:t>By default each link is matched to its road by GEOMETRY.  Three attributes are</a:t>
            </a:r>
          </a:p>
          <a:p>
            <a:r>
              <a:t>compared: the Vissim link polyline (LinkPolyPts, resampled to six points evenly</a:t>
            </a:r>
          </a:p>
          <a:p>
            <a:r>
              <a:t>by arc length) against the OpenDRIVE road's &lt;planView&gt; geometry evaluated in</a:t>
            </a:r>
          </a:p>
          <a:p>
            <a:r>
              <a:t>closed form; the Vissim link's Length2D against the OpenDRIVE road's length</a:t>
            </a:r>
          </a:p>
          <a:p>
            <a:r>
              <a:t>attribute; and the Vissim link's NumLanes against the OpenDRIVE road's count of</a:t>
            </a:r>
          </a:p>
          <a:p>
            <a:r>
              <a:t>type="driving" lanes.  Vissim shifts the whole network on import, so a constant</a:t>
            </a:r>
          </a:p>
          <a:p>
            <a:r>
              <a:t>offset is removed first by aligning centroids -- no Vissim link name is read</a:t>
            </a:r>
          </a:p>
          <a:p>
            <a:r>
              <a:t>anywhere in this route.</a:t>
            </a:r>
          </a:p>
          <a:p>
            <a:endParaRPr/>
          </a:p>
          <a:p>
            <a:r>
              <a:t>It is solved as a one-to-one assignment rather than a nearest-neighbour search,</a:t>
            </a:r>
          </a:p>
          <a:p>
            <a:r>
              <a:t>because Vissim imports exactly one Vissim link per drivable OpenDRIVE road.  On</a:t>
            </a:r>
          </a:p>
          <a:p>
            <a:r>
              <a:t>the OSM test that was 516 Vissim links against 516 OpenDRIVE roads with a driving</a:t>
            </a:r>
          </a:p>
          <a:p>
            <a:r>
              <a:t>lane, the other 516 OpenDRIVE roads being sidewalk and restricted ways which</a:t>
            </a:r>
          </a:p>
          <a:p>
            <a:r>
              <a:t>Vissim correctly skipped.  Solved greedily, several Vissim links claim the same</a:t>
            </a:r>
          </a:p>
          <a:p>
            <a:r>
              <a:t>OpenDRIVE road and it collapses -- an early attempt scored 33%.</a:t>
            </a:r>
          </a:p>
          <a:p>
            <a:endParaRPr/>
          </a:p>
          <a:p>
            <a:r>
              <a:t>The geometry primitives have to be evaluated properly: these files are almost</a:t>
            </a:r>
          </a:p>
          <a:p>
            <a:r>
              <a:t>entirely paramPoly3 (1278 of 1407 records on Chattanooga, with no arcs at all),</a:t>
            </a:r>
          </a:p>
          <a:p>
            <a:r>
              <a:t>and approximating them as straight chords misplaces precisely the short curved</a:t>
            </a:r>
          </a:p>
          <a:p>
            <a:r>
              <a:t>roads inside junctions.  Done correctly the match is exact on Chattanooga and the</a:t>
            </a:r>
          </a:p>
          <a:p>
            <a:r>
              <a:t>synthetic grid.</a:t>
            </a:r>
          </a:p>
          <a:p>
            <a:endParaRPr/>
          </a:p>
          <a:p>
            <a:r>
              <a:t>The ALTERNATIVE is the link NAME: Vissim writes the OpenDRIVE road id into it,</a:t>
            </a:r>
          </a:p>
          <a:p>
            <a:r>
              <a:t>so link 101 is named '490: :18_0-0-Right' and the 490 can simply be read off.</a:t>
            </a:r>
          </a:p>
          <a:p>
            <a:r>
              <a:t>Available as --junction-source name.</a:t>
            </a:r>
          </a:p>
          <a:p>
            <a:endParaRPr/>
          </a:p>
          <a:p>
            <a:r>
              <a:t>Both were built and compared. They give identical junction assignments on all</a:t>
            </a:r>
          </a:p>
          <a:p>
            <a:r>
              <a:t>786 links across three networks -- Chattanooga 186, a synthetic grid 84, an OSM</a:t>
            </a:r>
          </a:p>
          <a:p>
            <a:r>
              <a:t>extract 516. Geometry is the default only because the naming convention is PTV's</a:t>
            </a:r>
          </a:p>
          <a:p>
            <a:r>
              <a:t>rather than the OpenDRIVE standard's: nothing guarantees it survives a version</a:t>
            </a:r>
          </a:p>
          <a:p>
            <a:r>
              <a:t>change, whereas the junction attribute is mandatory.</a:t>
            </a:r>
          </a:p>
          <a:p>
            <a:endParaRPr/>
          </a:p>
          <a:p>
            <a:r>
              <a:t>If neither can run -- no .xodr supplied, or no names parse -- the code falls back</a:t>
            </a:r>
          </a:p>
          <a:p>
            <a:r>
              <a:t>to clustering short links within 30 m. That is a guess, and it says so.</a:t>
            </a:r>
          </a:p>
          <a:p>
            <a:endParaRPr/>
          </a:p>
          <a:p>
            <a:r>
              <a:t>What is confirmed, and what is not.</a:t>
            </a:r>
          </a:p>
          <a:p>
            <a:endParaRPr/>
          </a:p>
          <a:p>
            <a:r>
              <a:t>Confirmed on netconvert-produced OpenDRIVE imported into Vissim 2026, across</a:t>
            </a:r>
          </a:p>
          <a:p>
            <a:r>
              <a:t>three networks. Expected to hold for any conforming file that models its</a:t>
            </a:r>
          </a:p>
          <a:p>
            <a:r>
              <a:t>intersections as classic junctions with connecting roads, but not tested against</a:t>
            </a:r>
          </a:p>
          <a:p>
            <a:r>
              <a:t>RoadRunner, CARLA or a survey export. Direct and virtual junctions (OpenDRIVE</a:t>
            </a:r>
          </a:p>
          <a:p>
            <a:r>
              <a:t>1.7+) have no connecting roads at all, so no road points at them and they would</a:t>
            </a:r>
          </a:p>
          <a:p>
            <a:r>
              <a:t>be invisible to this grouping; netconvert does not emit them.</a:t>
            </a:r>
          </a:p>
        </p:txBody>
      </p:sp>
      <p:sp>
        <p:nvSpPr>
          <p:cNvPr id="4" name="Slide Number Placeholder 3"/>
          <p:cNvSpPr>
            <a:spLocks noGrp="1"/>
          </p:cNvSpPr>
          <p:nvPr>
            <p:ph type="sldNum" sz="quarter" idx="5"/>
          </p:nvPr>
        </p:nvSpPr>
        <p:spPr/>
        <p:txBody>
          <a:bodyPr/>
          <a:lstStyle/>
          <a:p>
            <a:fld id="{CEEA2CD3-FB95-D94F-9F04-F9F995EAB822}" type="slidenum">
              <a:rPr lang="en-US" smtClean="0"/>
              <a:t>6</a:t>
            </a:fld>
            <a:endParaRPr lang="en-US"/>
          </a:p>
        </p:txBody>
      </p:sp>
    </p:spTree>
    <p:extLst>
      <p:ext uri="{BB962C8B-B14F-4D97-AF65-F5344CB8AC3E}">
        <p14:creationId xmlns:p14="http://schemas.microsoft.com/office/powerpoint/2010/main" val="66473328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Vissim has no router, so the turning movement counts go in directly: a vehicle input per entry link, and one routing decision per approach carrying a route to every exit.</a:t>
            </a:r>
          </a:p>
          <a:p>
            <a:endParaRPr/>
          </a:p>
          <a:p>
            <a:r>
              <a:t>The relative flows are the raw counts rather than ratios, because Vissim normalises them itself. That makes the model checkable against the camera file: 13, 0, 30, 55 on an approach appears in the SUMO turn file as 0.1327, 0, 0.3061, 0.5612 -- the same numbers after division.</a:t>
            </a:r>
          </a:p>
          <a:p>
            <a:endParaRPr/>
          </a:p>
          <a:p>
            <a:r>
              <a:t>Decisions are placed as far upstream as the ordering rules allow, which gains 778 m of extra warning across the corridor. Approaches with a single exit get no decision at all: it would decide nothing, and a vehicle already on a route ignores the next decision until that route ends.</a:t>
            </a:r>
          </a:p>
          <a:p>
            <a:endParaRPr/>
          </a:p>
          <a:p>
            <a:r>
              <a:t>Chattanooga, 08:00-09:00: 16 entry links, 4,061 vehicles, 30 routing decisions, 100 routes.</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key difference is that the plan stays actuated. SUMO has no equivalent of a ring-barrier controller, so RealTwin flattens Synchro to a fixed-time tlLogic; Vissim's RBC runs the real thing, so minimum and maximum greens, vehicle extensions and recalls survive into the model.</a:t>
            </a:r>
          </a:p>
          <a:p>
            <a:endParaRPr/>
          </a:p>
          <a:p>
            <a:r>
              <a:t>The .prbc file is JSON with every duration in tenths of a second. Synchro does not store the split -- it is MaxGreen + Yellow + AllRed -- and the rings of a barrier must agree on that sum while the barriers add to the cycle. That arithmetic is the check that works on a corridor with no reference controller to compare against.</a:t>
            </a:r>
          </a:p>
          <a:p>
            <a:endParaRPr/>
          </a:p>
          <a:p>
            <a:r>
              <a:t>Protected, permissive and protected-permissive turns come straight from Synchro's Phase1 and PermPhase1: the permitted phase becomes the signal head's Or signal group, so it shows green on either. Right-turn-on-red uses Vissim's own mechanism, a stop sign bound to the turn's signal group.</a:t>
            </a:r>
          </a:p>
          <a:p>
            <a:endParaRPr/>
          </a:p>
          <a:p>
            <a:r>
              <a:t>Chattanooga: 6 controllers, 101 signal heads, 63 detectors, 22 right-turn-on-red stop signs. Audited over a 900 s run -- every detector registers, phase order follows each controller's sequence, and no two phases sharing a ring or crossing a barrier are ever green together.</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Calibration for Vissim is not built yet; this slide states the intended shape rather than completed work.</a:t>
            </a:r>
          </a:p>
          <a:p>
            <a:endParaRPr/>
          </a:p>
          <a:p>
            <a:r>
              <a:t>The COM API can update parameters, run the simulation and read results back, so unlike Aimsun the loop does not need the command line or the GUI. Node evaluation already gives per-movement volumes, delay and queues, which is the resolution calibration needs.</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E023FB-6466-C3B2-136B-CCA02BDE6E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FB543B-8641-BAEB-C60D-6ABA53B1110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DD10D7E-B301-E06E-8293-BCF58AD4DEB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A397241-F97F-E851-1EB9-34435D4E640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EEA2CD3-FB95-D94F-9F04-F9F995EAB82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4458886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loop is the same two-stage shape on both sides: turn ratios and inflows first, then driver behavior on top of the calibrated demand. Both use the same three algorithms -- GA, SA and TS -- selected from the config file, and both run the simulator with no UI and do the optimisation in Python. The figure is drawn symmetrically because the pipelines really are symmetric.</a:t>
            </a:r>
          </a:p>
          <a:p>
            <a:endParaRPr/>
          </a:p>
          <a:p>
            <a:r>
              <a:t>What differs is the interface, and it is the bullets rather than the boxes that show it.</a:t>
            </a:r>
          </a:p>
          <a:p>
            <a:endParaRPr/>
          </a:p>
          <a:p>
            <a:r>
              <a:t>SUMO talks in files and processes. Each evaluation writes the turn and flow XML, shells out to jtrrouter to rebuild the route file, starts SUMO under TraCI and steps it to the end, then reads EdgeData.xml back off disk. Vissim talks in attributes. The same Python process sets Volume and RelFlow, sets the driving behavior record, calls RunContinuous, and reads the results straight back -- no file is written, parsed or cleaned up between iterations, and the network is loaded once and stays loaded for every evaluation.</a:t>
            </a:r>
          </a:p>
          <a:p>
            <a:endParaRPr/>
          </a:p>
          <a:p>
            <a:r>
              <a:t>Worth contrasting with the Aimsun slide earlier in the deck: Aimsun needs a third box, a console window launched from the command line, because its API cannot run the simulation itself. Vissim's COM API can, so that box disappears.</a:t>
            </a:r>
          </a:p>
          <a:p>
            <a:endParaRPr/>
          </a:p>
          <a:p>
            <a:r>
              <a:t>What gets set, and what gets read.</a:t>
            </a:r>
          </a:p>
          <a:p>
            <a:endParaRPr/>
          </a:p>
          <a:p>
            <a:r>
              <a:t>Stage 1, turn and inflow. Vissim: VehicleInputs Volume(n) and the RelFlow of each static routing decision -- the same two objects stage 3 writes when it builds the demand. Read back from DataCollectionMeasurements and scored by GEH, the same objective SUMO uses on EdgeData.xml.</a:t>
            </a:r>
          </a:p>
          <a:p>
            <a:endParaRPr/>
          </a:p>
          <a:p>
            <a:r>
              <a:t>Stage 2, behavior. Vissim: the DrivingBehaviors record -- Wiedemann 74 (W74ax, W74bxAdd, W74bxMult), acceleration and deceleration for the own and trailing vehicle, the deceleration reduction distances, plus SafDistFactLnChg and MinFrontRearClear for lane changing. Read back from VehicleTravelTimeMeasurements and scored by mean absolute error against observed corridor travel times. SUMO calibrates six car-following parameters here -- minGap, accel, decel, sigma, tau, emergencyDecel -- against the same kind of travel-time error, so the objective transfers even though the parameter set does not.</a:t>
            </a:r>
          </a:p>
          <a:p>
            <a:endParaRPr/>
          </a:p>
          <a:p>
            <a:r>
              <a:t>Status. This is the intended design, not finished code. RealTwin.Calibration.Vissim is still a stub and algo_vissim holds only an __init__. The prior art is real, though: the earlier ORNL notebooks ran exactly this loop over COM on the Shallowford corridor, with GA, SA and TS implemented for both stages, so the work is folding them into the package rather than starting from nothing.</a:t>
            </a:r>
          </a:p>
          <a:p>
            <a:endParaRPr/>
          </a:p>
          <a:p>
            <a:r>
              <a:t>Reproducibility. RandSeed and SimRes are set on every evaluation, so two runs of the same parameter set give the same answer and the search measures the parameters rather than the seed.</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1.sv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7.png"/><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 Standard">
    <p:spTree>
      <p:nvGrpSpPr>
        <p:cNvPr id="1" name=""/>
        <p:cNvGrpSpPr/>
        <p:nvPr/>
      </p:nvGrpSpPr>
      <p:grpSpPr>
        <a:xfrm>
          <a:off x="0" y="0"/>
          <a:ext cx="0" cy="0"/>
          <a:chOff x="0" y="0"/>
          <a:chExt cx="0" cy="0"/>
        </a:xfrm>
      </p:grpSpPr>
      <p:pic>
        <p:nvPicPr>
          <p:cNvPr id="2" name="Picture 1" descr="A high angle view of a city&#10;&#10;Description automatically generated">
            <a:extLst>
              <a:ext uri="{FF2B5EF4-FFF2-40B4-BE49-F238E27FC236}">
                <a16:creationId xmlns:a16="http://schemas.microsoft.com/office/drawing/2014/main" id="{01F17512-BEEB-E940-3B9F-9FDBDB21217F}"/>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3" name="Rectangle 2">
            <a:extLst>
              <a:ext uri="{FF2B5EF4-FFF2-40B4-BE49-F238E27FC236}">
                <a16:creationId xmlns:a16="http://schemas.microsoft.com/office/drawing/2014/main" id="{CA49EAE8-262C-D20D-80FF-4279961B7DBA}"/>
              </a:ext>
            </a:extLst>
          </p:cNvPr>
          <p:cNvSpPr/>
          <p:nvPr userDrawn="1"/>
        </p:nvSpPr>
        <p:spPr>
          <a:xfrm>
            <a:off x="896615" y="843778"/>
            <a:ext cx="5199385" cy="5199385"/>
          </a:xfrm>
          <a:prstGeom prst="rect">
            <a:avLst/>
          </a:prstGeom>
          <a:solidFill>
            <a:schemeClr val="bg1">
              <a:alpha val="74322"/>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Aptos" panose="020B0004020202020204" pitchFamily="34" charset="0"/>
              <a:ea typeface="Roboto" panose="02000000000000000000" pitchFamily="2" charset="0"/>
            </a:endParaRPr>
          </a:p>
        </p:txBody>
      </p:sp>
      <p:sp>
        <p:nvSpPr>
          <p:cNvPr id="1989" name="Title 1">
            <a:extLst>
              <a:ext uri="{FF2B5EF4-FFF2-40B4-BE49-F238E27FC236}">
                <a16:creationId xmlns:a16="http://schemas.microsoft.com/office/drawing/2014/main" id="{4E63AC8A-1BE4-CC0D-A87D-57B11478230B}"/>
              </a:ext>
            </a:extLst>
          </p:cNvPr>
          <p:cNvSpPr>
            <a:spLocks noGrp="1"/>
          </p:cNvSpPr>
          <p:nvPr>
            <p:ph type="ctrTitle"/>
          </p:nvPr>
        </p:nvSpPr>
        <p:spPr>
          <a:xfrm>
            <a:off x="1215450" y="2254309"/>
            <a:ext cx="4517136" cy="997196"/>
          </a:xfrm>
        </p:spPr>
        <p:txBody>
          <a:bodyPr wrap="square" anchor="t" anchorCtr="0">
            <a:noAutofit/>
          </a:bodyPr>
          <a:lstStyle>
            <a:lvl1pPr algn="l">
              <a:spcBef>
                <a:spcPts val="1200"/>
              </a:spcBef>
              <a:spcAft>
                <a:spcPts val="60"/>
              </a:spcAft>
              <a:defRPr sz="3600" b="1">
                <a:solidFill>
                  <a:schemeClr val="tx1"/>
                </a:solidFill>
                <a:latin typeface="Aptos" panose="020B0004020202020204" pitchFamily="34" charset="0"/>
              </a:defRPr>
            </a:lvl1pPr>
          </a:lstStyle>
          <a:p>
            <a:r>
              <a:rPr lang="en-US"/>
              <a:t>Click to edit Master title style</a:t>
            </a:r>
          </a:p>
        </p:txBody>
      </p:sp>
      <p:sp>
        <p:nvSpPr>
          <p:cNvPr id="1990" name="Subtitle 2">
            <a:extLst>
              <a:ext uri="{FF2B5EF4-FFF2-40B4-BE49-F238E27FC236}">
                <a16:creationId xmlns:a16="http://schemas.microsoft.com/office/drawing/2014/main" id="{2FDEC7A3-8D58-3E27-DFCC-68F1F758C82C}"/>
              </a:ext>
            </a:extLst>
          </p:cNvPr>
          <p:cNvSpPr>
            <a:spLocks noGrp="1"/>
          </p:cNvSpPr>
          <p:nvPr>
            <p:ph type="subTitle" idx="1" hasCustomPrompt="1"/>
          </p:nvPr>
        </p:nvSpPr>
        <p:spPr>
          <a:xfrm>
            <a:off x="1215450" y="4031052"/>
            <a:ext cx="4517136" cy="193899"/>
          </a:xfrm>
        </p:spPr>
        <p:txBody>
          <a:bodyPr wrap="square" anchor="t" anchorCtr="0">
            <a:noAutofit/>
          </a:bodyPr>
          <a:lstStyle>
            <a:lvl1pPr marL="0" indent="0" algn="l">
              <a:spcBef>
                <a:spcPts val="1200"/>
              </a:spcBef>
              <a:spcAft>
                <a:spcPts val="60"/>
              </a:spcAft>
              <a:buNone/>
              <a:defRPr sz="1400" b="1" spc="150" baseline="0">
                <a:solidFill>
                  <a:schemeClr val="tx1"/>
                </a:solidFill>
                <a:latin typeface="Aptos" panose="020B00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991" name="Text Placeholder 1961">
            <a:extLst>
              <a:ext uri="{FF2B5EF4-FFF2-40B4-BE49-F238E27FC236}">
                <a16:creationId xmlns:a16="http://schemas.microsoft.com/office/drawing/2014/main" id="{F290C317-5693-2190-DC6C-B1FBB50E65B2}"/>
              </a:ext>
            </a:extLst>
          </p:cNvPr>
          <p:cNvSpPr>
            <a:spLocks noGrp="1"/>
          </p:cNvSpPr>
          <p:nvPr>
            <p:ph type="body" sz="quarter" idx="14" hasCustomPrompt="1"/>
          </p:nvPr>
        </p:nvSpPr>
        <p:spPr>
          <a:xfrm>
            <a:off x="1215450" y="1934670"/>
            <a:ext cx="4517136" cy="193899"/>
          </a:xfrm>
        </p:spPr>
        <p:txBody>
          <a:bodyPr wrap="square" anchor="t" anchorCtr="0">
            <a:noAutofit/>
          </a:bodyPr>
          <a:lstStyle>
            <a:lvl1pPr marL="0" indent="0" algn="l">
              <a:spcBef>
                <a:spcPts val="1200"/>
              </a:spcBef>
              <a:spcAft>
                <a:spcPts val="60"/>
              </a:spcAft>
              <a:buNone/>
              <a:defRPr sz="1400" b="0" i="0" spc="150" baseline="0">
                <a:solidFill>
                  <a:schemeClr val="tx1"/>
                </a:solidFill>
                <a:latin typeface="Aptos" panose="020B0004020202020204" pitchFamily="34" charset="0"/>
                <a:ea typeface="Roboto Light" panose="02000000000000000000" pitchFamily="2" charset="0"/>
              </a:defRPr>
            </a:lvl1pPr>
            <a:lvl2pPr marL="457200" indent="0" algn="ctr">
              <a:buNone/>
              <a:defRPr sz="1400">
                <a:solidFill>
                  <a:schemeClr val="bg1"/>
                </a:solidFill>
              </a:defRPr>
            </a:lvl2pPr>
            <a:lvl3pPr marL="914400" indent="0" algn="ctr">
              <a:buNone/>
              <a:defRPr sz="1400">
                <a:solidFill>
                  <a:schemeClr val="bg1"/>
                </a:solidFill>
              </a:defRPr>
            </a:lvl3pPr>
            <a:lvl4pPr marL="1371600" indent="0" algn="ctr">
              <a:buNone/>
              <a:defRPr sz="1400">
                <a:solidFill>
                  <a:schemeClr val="bg1"/>
                </a:solidFill>
              </a:defRPr>
            </a:lvl4pPr>
            <a:lvl5pPr marL="1828800" indent="0" algn="ctr">
              <a:buNone/>
              <a:defRPr sz="1400">
                <a:solidFill>
                  <a:schemeClr val="bg1"/>
                </a:solidFill>
              </a:defRPr>
            </a:lvl5pPr>
          </a:lstStyle>
          <a:p>
            <a:pPr lvl="0"/>
            <a:r>
              <a:rPr lang="en-US"/>
              <a:t>CLICK TO EDIT MASTER TEXT STYLES</a:t>
            </a:r>
          </a:p>
        </p:txBody>
      </p:sp>
      <p:sp>
        <p:nvSpPr>
          <p:cNvPr id="1992" name="Text Placeholder 1963">
            <a:extLst>
              <a:ext uri="{FF2B5EF4-FFF2-40B4-BE49-F238E27FC236}">
                <a16:creationId xmlns:a16="http://schemas.microsoft.com/office/drawing/2014/main" id="{69307D98-0D2A-6367-B886-8BC3DE78A926}"/>
              </a:ext>
            </a:extLst>
          </p:cNvPr>
          <p:cNvSpPr>
            <a:spLocks noGrp="1"/>
          </p:cNvSpPr>
          <p:nvPr>
            <p:ph type="body" sz="quarter" idx="15"/>
          </p:nvPr>
        </p:nvSpPr>
        <p:spPr>
          <a:xfrm>
            <a:off x="1215450" y="4383195"/>
            <a:ext cx="4517136" cy="332399"/>
          </a:xfrm>
        </p:spPr>
        <p:txBody>
          <a:bodyPr wrap="square" anchor="t" anchorCtr="0">
            <a:noAutofit/>
          </a:bodyPr>
          <a:lstStyle>
            <a:lvl1pPr marL="0" indent="0" algn="l">
              <a:spcBef>
                <a:spcPts val="1200"/>
              </a:spcBef>
              <a:spcAft>
                <a:spcPts val="60"/>
              </a:spcAft>
              <a:buNone/>
              <a:defRPr sz="2400" b="0" i="0">
                <a:solidFill>
                  <a:schemeClr val="tx1"/>
                </a:solidFill>
                <a:latin typeface="Aptos" panose="020B0004020202020204" pitchFamily="34" charset="0"/>
                <a:ea typeface="Roboto Light" panose="02000000000000000000" pitchFamily="2" charset="0"/>
              </a:defRPr>
            </a:lvl1pPr>
            <a:lvl2pPr marL="457200" indent="0" algn="ctr">
              <a:buNone/>
              <a:defRPr sz="2400">
                <a:solidFill>
                  <a:schemeClr val="bg1"/>
                </a:solidFill>
              </a:defRPr>
            </a:lvl2pPr>
            <a:lvl3pPr marL="914400" indent="0" algn="ctr">
              <a:buNone/>
              <a:defRPr sz="2400">
                <a:solidFill>
                  <a:schemeClr val="bg1"/>
                </a:solidFill>
              </a:defRPr>
            </a:lvl3pPr>
            <a:lvl4pPr marL="1371600" indent="0" algn="ctr">
              <a:buNone/>
              <a:defRPr sz="2400">
                <a:solidFill>
                  <a:schemeClr val="bg1"/>
                </a:solidFill>
              </a:defRPr>
            </a:lvl4pPr>
            <a:lvl5pPr marL="1828800" indent="0" algn="ctr">
              <a:buNone/>
              <a:defRPr sz="2400">
                <a:solidFill>
                  <a:schemeClr val="bg1"/>
                </a:solidFill>
              </a:defRPr>
            </a:lvl5pPr>
          </a:lstStyle>
          <a:p>
            <a:pPr lvl="0"/>
            <a:r>
              <a:rPr lang="en-US"/>
              <a:t>Click to edit Master text styles</a:t>
            </a:r>
          </a:p>
        </p:txBody>
      </p:sp>
      <p:sp>
        <p:nvSpPr>
          <p:cNvPr id="1993" name="Rectangle 1992">
            <a:extLst>
              <a:ext uri="{FF2B5EF4-FFF2-40B4-BE49-F238E27FC236}">
                <a16:creationId xmlns:a16="http://schemas.microsoft.com/office/drawing/2014/main" id="{75F67FD0-9510-D988-3837-38FD99E6DD28}"/>
              </a:ext>
            </a:extLst>
          </p:cNvPr>
          <p:cNvSpPr/>
          <p:nvPr userDrawn="1"/>
        </p:nvSpPr>
        <p:spPr>
          <a:xfrm>
            <a:off x="1215450" y="3780792"/>
            <a:ext cx="854364" cy="7191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274748"/>
              </a:solidFill>
              <a:latin typeface="Aptos" panose="020B0004020202020204" pitchFamily="34" charset="0"/>
            </a:endParaRPr>
          </a:p>
        </p:txBody>
      </p:sp>
      <p:sp>
        <p:nvSpPr>
          <p:cNvPr id="1994" name="Text Placeholder 47">
            <a:extLst>
              <a:ext uri="{FF2B5EF4-FFF2-40B4-BE49-F238E27FC236}">
                <a16:creationId xmlns:a16="http://schemas.microsoft.com/office/drawing/2014/main" id="{CE691B96-E32E-F7AA-D0A1-ACAFF2C96FA9}"/>
              </a:ext>
            </a:extLst>
          </p:cNvPr>
          <p:cNvSpPr>
            <a:spLocks noGrp="1"/>
          </p:cNvSpPr>
          <p:nvPr>
            <p:ph type="body" sz="quarter" idx="17"/>
          </p:nvPr>
        </p:nvSpPr>
        <p:spPr>
          <a:xfrm>
            <a:off x="1215450" y="4798918"/>
            <a:ext cx="4517136" cy="246221"/>
          </a:xfrm>
        </p:spPr>
        <p:txBody>
          <a:bodyPr wrap="square" anchor="t" anchorCtr="0">
            <a:noAutofit/>
          </a:bodyPr>
          <a:lstStyle>
            <a:lvl1pPr marL="0" indent="0" algn="l">
              <a:lnSpc>
                <a:spcPct val="100000"/>
              </a:lnSpc>
              <a:spcBef>
                <a:spcPts val="1200"/>
              </a:spcBef>
              <a:spcAft>
                <a:spcPts val="60"/>
              </a:spcAft>
              <a:buNone/>
              <a:defRPr sz="1600" b="0" i="0">
                <a:solidFill>
                  <a:schemeClr val="tx1"/>
                </a:solidFill>
                <a:latin typeface="Aptos" panose="020B0004020202020204" pitchFamily="34" charset="0"/>
                <a:ea typeface="Roboto Light" panose="02000000000000000000" pitchFamily="2" charset="0"/>
              </a:defRPr>
            </a:lvl1pPr>
            <a:lvl2pPr marL="457200" indent="0" algn="ctr">
              <a:buNone/>
              <a:defRPr sz="1600" b="0" i="0">
                <a:solidFill>
                  <a:schemeClr val="bg1"/>
                </a:solidFill>
                <a:latin typeface="Roboto Light" panose="02000000000000000000" pitchFamily="2" charset="0"/>
                <a:ea typeface="Roboto Light" panose="02000000000000000000" pitchFamily="2" charset="0"/>
              </a:defRPr>
            </a:lvl2pPr>
            <a:lvl3pPr marL="914400" indent="0" algn="ctr">
              <a:buNone/>
              <a:defRPr sz="1600" b="0" i="0">
                <a:solidFill>
                  <a:schemeClr val="bg1"/>
                </a:solidFill>
                <a:latin typeface="Roboto Light" panose="02000000000000000000" pitchFamily="2" charset="0"/>
                <a:ea typeface="Roboto Light" panose="02000000000000000000" pitchFamily="2" charset="0"/>
              </a:defRPr>
            </a:lvl3pPr>
            <a:lvl4pPr marL="1371600" indent="0" algn="ctr">
              <a:buNone/>
              <a:defRPr sz="1600" b="0" i="0">
                <a:solidFill>
                  <a:schemeClr val="bg1"/>
                </a:solidFill>
                <a:latin typeface="Roboto Light" panose="02000000000000000000" pitchFamily="2" charset="0"/>
                <a:ea typeface="Roboto Light" panose="02000000000000000000" pitchFamily="2" charset="0"/>
              </a:defRPr>
            </a:lvl4pPr>
            <a:lvl5pPr marL="1828800" indent="0" algn="ctr">
              <a:buNone/>
              <a:defRPr sz="1600" b="0" i="0">
                <a:solidFill>
                  <a:schemeClr val="bg1"/>
                </a:solidFill>
                <a:latin typeface="Roboto Light" panose="02000000000000000000" pitchFamily="2" charset="0"/>
                <a:ea typeface="Roboto Light" panose="02000000000000000000" pitchFamily="2" charset="0"/>
              </a:defRPr>
            </a:lvl5pPr>
          </a:lstStyle>
          <a:p>
            <a:pPr lvl="0"/>
            <a:r>
              <a:rPr lang="en-US"/>
              <a:t>Click to edit Master text styles</a:t>
            </a:r>
          </a:p>
        </p:txBody>
      </p:sp>
      <p:grpSp>
        <p:nvGrpSpPr>
          <p:cNvPr id="1995" name="Group 1994">
            <a:extLst>
              <a:ext uri="{FF2B5EF4-FFF2-40B4-BE49-F238E27FC236}">
                <a16:creationId xmlns:a16="http://schemas.microsoft.com/office/drawing/2014/main" id="{1F4B6682-1CD5-4D07-BAEB-03195C2FB91D}"/>
              </a:ext>
            </a:extLst>
          </p:cNvPr>
          <p:cNvGrpSpPr/>
          <p:nvPr userDrawn="1"/>
        </p:nvGrpSpPr>
        <p:grpSpPr>
          <a:xfrm>
            <a:off x="1168862" y="5406470"/>
            <a:ext cx="4834263" cy="369332"/>
            <a:chOff x="1168862" y="5508070"/>
            <a:chExt cx="4834263" cy="369332"/>
          </a:xfrm>
        </p:grpSpPr>
        <p:pic>
          <p:nvPicPr>
            <p:cNvPr id="1996" name="Picture 1995">
              <a:extLst>
                <a:ext uri="{FF2B5EF4-FFF2-40B4-BE49-F238E27FC236}">
                  <a16:creationId xmlns:a16="http://schemas.microsoft.com/office/drawing/2014/main" id="{E499D9F2-455D-24ED-C934-5DC3E3908EC6}"/>
                </a:ext>
              </a:extLst>
            </p:cNvPr>
            <p:cNvPicPr>
              <a:picLocks noChangeAspect="1"/>
            </p:cNvPicPr>
            <p:nvPr userDrawn="1"/>
          </p:nvPicPr>
          <p:blipFill>
            <a:blip r:embed="rId3"/>
            <a:stretch>
              <a:fillRect/>
            </a:stretch>
          </p:blipFill>
          <p:spPr>
            <a:xfrm>
              <a:off x="1168862" y="5508070"/>
              <a:ext cx="1311127" cy="316213"/>
            </a:xfrm>
            <a:prstGeom prst="rect">
              <a:avLst/>
            </a:prstGeom>
          </p:spPr>
        </p:pic>
        <p:sp>
          <p:nvSpPr>
            <p:cNvPr id="1997" name="TextBox 1996">
              <a:extLst>
                <a:ext uri="{FF2B5EF4-FFF2-40B4-BE49-F238E27FC236}">
                  <a16:creationId xmlns:a16="http://schemas.microsoft.com/office/drawing/2014/main" id="{94A5DA57-E73A-E843-58FE-CFA5666E7A14}"/>
                </a:ext>
              </a:extLst>
            </p:cNvPr>
            <p:cNvSpPr txBox="1"/>
            <p:nvPr userDrawn="1"/>
          </p:nvSpPr>
          <p:spPr>
            <a:xfrm>
              <a:off x="2561071" y="5508070"/>
              <a:ext cx="3442054" cy="369332"/>
            </a:xfrm>
            <a:prstGeom prst="rect">
              <a:avLst/>
            </a:prstGeom>
            <a:noFill/>
          </p:spPr>
          <p:txBody>
            <a:bodyPr wrap="square" rtlCol="0">
              <a:spAutoFit/>
            </a:bodyPr>
            <a:lstStyle/>
            <a:p>
              <a:r>
                <a:rPr lang="en-US" sz="900" b="0">
                  <a:solidFill>
                    <a:schemeClr val="tx1"/>
                  </a:solidFill>
                  <a:latin typeface="Aptos" panose="020B0004020202020204" pitchFamily="34" charset="0"/>
                  <a:ea typeface="Roboto" panose="02000000000000000000" pitchFamily="2" charset="0"/>
                </a:rPr>
                <a:t>ORNL IS MANAGED BY UT-BATTELLE LLC </a:t>
              </a:r>
              <a:br>
                <a:rPr lang="en-US" sz="900" b="0">
                  <a:solidFill>
                    <a:schemeClr val="tx1"/>
                  </a:solidFill>
                  <a:latin typeface="Aptos" panose="020B0004020202020204" pitchFamily="34" charset="0"/>
                  <a:ea typeface="Roboto" panose="02000000000000000000" pitchFamily="2" charset="0"/>
                </a:rPr>
              </a:br>
              <a:r>
                <a:rPr lang="en-US" sz="900" b="0">
                  <a:solidFill>
                    <a:schemeClr val="tx1"/>
                  </a:solidFill>
                  <a:latin typeface="Aptos" panose="020B0004020202020204" pitchFamily="34" charset="0"/>
                  <a:ea typeface="Roboto" panose="02000000000000000000" pitchFamily="2" charset="0"/>
                </a:rPr>
                <a:t>FOR THE US DEPARTMENT OF ENERGY</a:t>
              </a:r>
            </a:p>
          </p:txBody>
        </p:sp>
      </p:grpSp>
      <p:pic>
        <p:nvPicPr>
          <p:cNvPr id="5" name="Graphic 4">
            <a:extLst>
              <a:ext uri="{FF2B5EF4-FFF2-40B4-BE49-F238E27FC236}">
                <a16:creationId xmlns:a16="http://schemas.microsoft.com/office/drawing/2014/main" id="{31D47623-818A-705B-B821-F058B0BC9527}"/>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1228108" y="1141396"/>
            <a:ext cx="1780479" cy="428014"/>
          </a:xfrm>
          <a:prstGeom prst="rect">
            <a:avLst/>
          </a:prstGeom>
        </p:spPr>
      </p:pic>
    </p:spTree>
    <p:extLst>
      <p:ext uri="{BB962C8B-B14F-4D97-AF65-F5344CB8AC3E}">
        <p14:creationId xmlns:p14="http://schemas.microsoft.com/office/powerpoint/2010/main" val="17207548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 Editable">
    <p:spTree>
      <p:nvGrpSpPr>
        <p:cNvPr id="1" name=""/>
        <p:cNvGrpSpPr/>
        <p:nvPr/>
      </p:nvGrpSpPr>
      <p:grpSpPr>
        <a:xfrm>
          <a:off x="0" y="0"/>
          <a:ext cx="0" cy="0"/>
          <a:chOff x="0" y="0"/>
          <a:chExt cx="0" cy="0"/>
        </a:xfrm>
      </p:grpSpPr>
      <p:sp>
        <p:nvSpPr>
          <p:cNvPr id="27" name="Rectangle 26">
            <a:extLst>
              <a:ext uri="{FF2B5EF4-FFF2-40B4-BE49-F238E27FC236}">
                <a16:creationId xmlns:a16="http://schemas.microsoft.com/office/drawing/2014/main" id="{E25B3089-0A48-0AC4-08EB-C9D35463AC28}"/>
              </a:ext>
            </a:extLst>
          </p:cNvPr>
          <p:cNvSpPr/>
          <p:nvPr userDrawn="1"/>
        </p:nvSpPr>
        <p:spPr>
          <a:xfrm>
            <a:off x="385763" y="6015038"/>
            <a:ext cx="6899620" cy="57592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Aptos" panose="020B0004020202020204" pitchFamily="34" charset="0"/>
            </a:endParaRPr>
          </a:p>
        </p:txBody>
      </p:sp>
      <p:sp>
        <p:nvSpPr>
          <p:cNvPr id="26" name="Picture Placeholder 25">
            <a:extLst>
              <a:ext uri="{FF2B5EF4-FFF2-40B4-BE49-F238E27FC236}">
                <a16:creationId xmlns:a16="http://schemas.microsoft.com/office/drawing/2014/main" id="{98CF54AA-7F0F-038A-AAAF-AD02F6AA5ACA}"/>
              </a:ext>
            </a:extLst>
          </p:cNvPr>
          <p:cNvSpPr>
            <a:spLocks noGrp="1"/>
          </p:cNvSpPr>
          <p:nvPr>
            <p:ph type="pic" sz="quarter" idx="21"/>
          </p:nvPr>
        </p:nvSpPr>
        <p:spPr>
          <a:xfrm>
            <a:off x="0" y="0"/>
            <a:ext cx="12192000" cy="6858000"/>
          </a:xfrm>
          <a:custGeom>
            <a:avLst/>
            <a:gdLst>
              <a:gd name="connsiteX0" fmla="*/ 896615 w 12192000"/>
              <a:gd name="connsiteY0" fmla="*/ 829307 h 6858000"/>
              <a:gd name="connsiteX1" fmla="*/ 896615 w 12192000"/>
              <a:gd name="connsiteY1" fmla="*/ 6028692 h 6858000"/>
              <a:gd name="connsiteX2" fmla="*/ 6096000 w 12192000"/>
              <a:gd name="connsiteY2" fmla="*/ 6028692 h 6858000"/>
              <a:gd name="connsiteX3" fmla="*/ 6096000 w 12192000"/>
              <a:gd name="connsiteY3" fmla="*/ 829307 h 6858000"/>
              <a:gd name="connsiteX4" fmla="*/ 0 w 12192000"/>
              <a:gd name="connsiteY4" fmla="*/ 0 h 6858000"/>
              <a:gd name="connsiteX5" fmla="*/ 12192000 w 12192000"/>
              <a:gd name="connsiteY5" fmla="*/ 0 h 6858000"/>
              <a:gd name="connsiteX6" fmla="*/ 12192000 w 12192000"/>
              <a:gd name="connsiteY6" fmla="*/ 6858000 h 6858000"/>
              <a:gd name="connsiteX7" fmla="*/ 0 w 12192000"/>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858000">
                <a:moveTo>
                  <a:pt x="896615" y="829307"/>
                </a:moveTo>
                <a:lnTo>
                  <a:pt x="896615" y="6028692"/>
                </a:lnTo>
                <a:lnTo>
                  <a:pt x="6096000" y="6028692"/>
                </a:lnTo>
                <a:lnTo>
                  <a:pt x="6096000" y="829307"/>
                </a:lnTo>
                <a:close/>
                <a:moveTo>
                  <a:pt x="0" y="0"/>
                </a:moveTo>
                <a:lnTo>
                  <a:pt x="12192000" y="0"/>
                </a:lnTo>
                <a:lnTo>
                  <a:pt x="12192000" y="6858000"/>
                </a:lnTo>
                <a:lnTo>
                  <a:pt x="0" y="6858000"/>
                </a:lnTo>
                <a:close/>
              </a:path>
            </a:pathLst>
          </a:custGeom>
          <a:solidFill>
            <a:schemeClr val="bg1">
              <a:lumMod val="95000"/>
            </a:schemeClr>
          </a:solidFill>
        </p:spPr>
        <p:txBody>
          <a:bodyPr wrap="square">
            <a:noAutofit/>
          </a:bodyPr>
          <a:lstStyle>
            <a:lvl1pPr>
              <a:defRPr>
                <a:latin typeface="Aptos" panose="020B0004020202020204" pitchFamily="34" charset="0"/>
              </a:defRPr>
            </a:lvl1pPr>
          </a:lstStyle>
          <a:p>
            <a:r>
              <a:rPr lang="en-US"/>
              <a:t>Click icon to add picture</a:t>
            </a:r>
          </a:p>
        </p:txBody>
      </p:sp>
      <p:sp>
        <p:nvSpPr>
          <p:cNvPr id="41" name="Title 1">
            <a:extLst>
              <a:ext uri="{FF2B5EF4-FFF2-40B4-BE49-F238E27FC236}">
                <a16:creationId xmlns:a16="http://schemas.microsoft.com/office/drawing/2014/main" id="{2B6A4265-6FDC-7301-BD87-6CE0C2335A99}"/>
              </a:ext>
            </a:extLst>
          </p:cNvPr>
          <p:cNvSpPr>
            <a:spLocks noGrp="1"/>
          </p:cNvSpPr>
          <p:nvPr>
            <p:ph type="ctrTitle"/>
          </p:nvPr>
        </p:nvSpPr>
        <p:spPr>
          <a:xfrm>
            <a:off x="1215450" y="2254309"/>
            <a:ext cx="4518085" cy="997196"/>
          </a:xfrm>
        </p:spPr>
        <p:txBody>
          <a:bodyPr wrap="square" anchor="t" anchorCtr="0">
            <a:noAutofit/>
          </a:bodyPr>
          <a:lstStyle>
            <a:lvl1pPr algn="l">
              <a:spcBef>
                <a:spcPts val="1200"/>
              </a:spcBef>
              <a:spcAft>
                <a:spcPts val="60"/>
              </a:spcAft>
              <a:defRPr sz="3600" b="1">
                <a:solidFill>
                  <a:schemeClr val="tx1"/>
                </a:solidFill>
                <a:latin typeface="Aptos" panose="020B0004020202020204" pitchFamily="34" charset="0"/>
              </a:defRPr>
            </a:lvl1pPr>
          </a:lstStyle>
          <a:p>
            <a:r>
              <a:rPr lang="en-US"/>
              <a:t>Click to edit Master title style</a:t>
            </a:r>
          </a:p>
        </p:txBody>
      </p:sp>
      <p:sp>
        <p:nvSpPr>
          <p:cNvPr id="43" name="Text Placeholder 1961">
            <a:extLst>
              <a:ext uri="{FF2B5EF4-FFF2-40B4-BE49-F238E27FC236}">
                <a16:creationId xmlns:a16="http://schemas.microsoft.com/office/drawing/2014/main" id="{1061D354-0A2B-B951-F1BE-22D610DF35A9}"/>
              </a:ext>
            </a:extLst>
          </p:cNvPr>
          <p:cNvSpPr>
            <a:spLocks noGrp="1"/>
          </p:cNvSpPr>
          <p:nvPr>
            <p:ph type="body" sz="quarter" idx="14" hasCustomPrompt="1"/>
          </p:nvPr>
        </p:nvSpPr>
        <p:spPr>
          <a:xfrm>
            <a:off x="1215450" y="1934670"/>
            <a:ext cx="4518085" cy="193899"/>
          </a:xfrm>
        </p:spPr>
        <p:txBody>
          <a:bodyPr wrap="square" anchor="t" anchorCtr="0">
            <a:noAutofit/>
          </a:bodyPr>
          <a:lstStyle>
            <a:lvl1pPr marL="0" indent="0" algn="l">
              <a:spcBef>
                <a:spcPts val="1200"/>
              </a:spcBef>
              <a:spcAft>
                <a:spcPts val="60"/>
              </a:spcAft>
              <a:buNone/>
              <a:defRPr sz="1400" b="0" i="0" spc="150" baseline="0">
                <a:solidFill>
                  <a:schemeClr val="tx1"/>
                </a:solidFill>
                <a:latin typeface="Aptos" panose="020B0004020202020204" pitchFamily="34" charset="0"/>
                <a:ea typeface="Roboto Light" panose="02000000000000000000" pitchFamily="2" charset="0"/>
              </a:defRPr>
            </a:lvl1pPr>
            <a:lvl2pPr marL="457200" indent="0" algn="ctr">
              <a:buNone/>
              <a:defRPr sz="1400">
                <a:solidFill>
                  <a:schemeClr val="bg1"/>
                </a:solidFill>
              </a:defRPr>
            </a:lvl2pPr>
            <a:lvl3pPr marL="914400" indent="0" algn="ctr">
              <a:buNone/>
              <a:defRPr sz="1400">
                <a:solidFill>
                  <a:schemeClr val="bg1"/>
                </a:solidFill>
              </a:defRPr>
            </a:lvl3pPr>
            <a:lvl4pPr marL="1371600" indent="0" algn="ctr">
              <a:buNone/>
              <a:defRPr sz="1400">
                <a:solidFill>
                  <a:schemeClr val="bg1"/>
                </a:solidFill>
              </a:defRPr>
            </a:lvl4pPr>
            <a:lvl5pPr marL="1828800" indent="0" algn="ctr">
              <a:buNone/>
              <a:defRPr sz="1400">
                <a:solidFill>
                  <a:schemeClr val="bg1"/>
                </a:solidFill>
              </a:defRPr>
            </a:lvl5pPr>
          </a:lstStyle>
          <a:p>
            <a:pPr lvl="0"/>
            <a:r>
              <a:rPr lang="en-US"/>
              <a:t>CLICK TO EDIT MASTER TEXT STYLES</a:t>
            </a:r>
          </a:p>
        </p:txBody>
      </p:sp>
      <p:grpSp>
        <p:nvGrpSpPr>
          <p:cNvPr id="47" name="Group 46">
            <a:extLst>
              <a:ext uri="{FF2B5EF4-FFF2-40B4-BE49-F238E27FC236}">
                <a16:creationId xmlns:a16="http://schemas.microsoft.com/office/drawing/2014/main" id="{B9E34D55-5962-D71E-5F14-F58404B73863}"/>
              </a:ext>
            </a:extLst>
          </p:cNvPr>
          <p:cNvGrpSpPr/>
          <p:nvPr userDrawn="1"/>
        </p:nvGrpSpPr>
        <p:grpSpPr>
          <a:xfrm>
            <a:off x="1168862" y="5406470"/>
            <a:ext cx="4834263" cy="369332"/>
            <a:chOff x="1168862" y="5508070"/>
            <a:chExt cx="4834263" cy="369332"/>
          </a:xfrm>
        </p:grpSpPr>
        <p:pic>
          <p:nvPicPr>
            <p:cNvPr id="48" name="Picture 47">
              <a:extLst>
                <a:ext uri="{FF2B5EF4-FFF2-40B4-BE49-F238E27FC236}">
                  <a16:creationId xmlns:a16="http://schemas.microsoft.com/office/drawing/2014/main" id="{D4967025-85C6-1E53-9051-CBBA63AE1D97}"/>
                </a:ext>
              </a:extLst>
            </p:cNvPr>
            <p:cNvPicPr>
              <a:picLocks noChangeAspect="1"/>
            </p:cNvPicPr>
            <p:nvPr userDrawn="1"/>
          </p:nvPicPr>
          <p:blipFill>
            <a:blip r:embed="rId2"/>
            <a:stretch>
              <a:fillRect/>
            </a:stretch>
          </p:blipFill>
          <p:spPr>
            <a:xfrm>
              <a:off x="1168862" y="5508070"/>
              <a:ext cx="1311127" cy="316213"/>
            </a:xfrm>
            <a:prstGeom prst="rect">
              <a:avLst/>
            </a:prstGeom>
          </p:spPr>
        </p:pic>
        <p:sp>
          <p:nvSpPr>
            <p:cNvPr id="49" name="TextBox 48">
              <a:extLst>
                <a:ext uri="{FF2B5EF4-FFF2-40B4-BE49-F238E27FC236}">
                  <a16:creationId xmlns:a16="http://schemas.microsoft.com/office/drawing/2014/main" id="{6432B67B-E65C-8C4D-ECEE-0E0F031F2333}"/>
                </a:ext>
              </a:extLst>
            </p:cNvPr>
            <p:cNvSpPr txBox="1"/>
            <p:nvPr userDrawn="1"/>
          </p:nvSpPr>
          <p:spPr>
            <a:xfrm>
              <a:off x="2561071" y="5508070"/>
              <a:ext cx="3442054" cy="369332"/>
            </a:xfrm>
            <a:prstGeom prst="rect">
              <a:avLst/>
            </a:prstGeom>
            <a:noFill/>
          </p:spPr>
          <p:txBody>
            <a:bodyPr wrap="square" rtlCol="0">
              <a:spAutoFit/>
            </a:bodyPr>
            <a:lstStyle/>
            <a:p>
              <a:r>
                <a:rPr lang="en-US" sz="900" b="0">
                  <a:solidFill>
                    <a:schemeClr val="tx1"/>
                  </a:solidFill>
                  <a:latin typeface="Aptos" panose="020B0004020202020204" pitchFamily="34" charset="0"/>
                  <a:ea typeface="Roboto" panose="02000000000000000000" pitchFamily="2" charset="0"/>
                </a:rPr>
                <a:t>ORNL IS MANAGED BY UT-BATTELLE LLC </a:t>
              </a:r>
              <a:br>
                <a:rPr lang="en-US" sz="900" b="0">
                  <a:solidFill>
                    <a:schemeClr val="tx1"/>
                  </a:solidFill>
                  <a:latin typeface="Aptos" panose="020B0004020202020204" pitchFamily="34" charset="0"/>
                  <a:ea typeface="Roboto" panose="02000000000000000000" pitchFamily="2" charset="0"/>
                </a:rPr>
              </a:br>
              <a:r>
                <a:rPr lang="en-US" sz="900" b="0">
                  <a:solidFill>
                    <a:schemeClr val="tx1"/>
                  </a:solidFill>
                  <a:latin typeface="Aptos" panose="020B0004020202020204" pitchFamily="34" charset="0"/>
                  <a:ea typeface="Roboto" panose="02000000000000000000" pitchFamily="2" charset="0"/>
                </a:rPr>
                <a:t>FOR THE US DEPARTMENT OF ENERGY</a:t>
              </a:r>
            </a:p>
          </p:txBody>
        </p:sp>
      </p:grpSp>
      <p:pic>
        <p:nvPicPr>
          <p:cNvPr id="31" name="Graphic 30">
            <a:extLst>
              <a:ext uri="{FF2B5EF4-FFF2-40B4-BE49-F238E27FC236}">
                <a16:creationId xmlns:a16="http://schemas.microsoft.com/office/drawing/2014/main" id="{767997A1-375F-1726-DF9D-576251F05B35}"/>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228108" y="1141396"/>
            <a:ext cx="1780479" cy="428014"/>
          </a:xfrm>
          <a:prstGeom prst="rect">
            <a:avLst/>
          </a:prstGeom>
        </p:spPr>
      </p:pic>
      <p:sp>
        <p:nvSpPr>
          <p:cNvPr id="7" name="Text Placeholder 1963">
            <a:extLst>
              <a:ext uri="{FF2B5EF4-FFF2-40B4-BE49-F238E27FC236}">
                <a16:creationId xmlns:a16="http://schemas.microsoft.com/office/drawing/2014/main" id="{3B1CF4E8-BDC8-B225-DB1D-63D508EC3889}"/>
              </a:ext>
            </a:extLst>
          </p:cNvPr>
          <p:cNvSpPr>
            <a:spLocks noGrp="1"/>
          </p:cNvSpPr>
          <p:nvPr>
            <p:ph type="body" sz="quarter" idx="15"/>
          </p:nvPr>
        </p:nvSpPr>
        <p:spPr>
          <a:xfrm>
            <a:off x="1215450" y="4383195"/>
            <a:ext cx="4517136" cy="332399"/>
          </a:xfrm>
        </p:spPr>
        <p:txBody>
          <a:bodyPr wrap="square" anchor="t" anchorCtr="0">
            <a:noAutofit/>
          </a:bodyPr>
          <a:lstStyle>
            <a:lvl1pPr marL="0" indent="0" algn="l">
              <a:spcBef>
                <a:spcPts val="1200"/>
              </a:spcBef>
              <a:spcAft>
                <a:spcPts val="60"/>
              </a:spcAft>
              <a:buNone/>
              <a:defRPr sz="2400" b="0" i="0">
                <a:solidFill>
                  <a:schemeClr val="tx1"/>
                </a:solidFill>
                <a:latin typeface="Aptos" panose="020B0004020202020204" pitchFamily="34" charset="0"/>
                <a:ea typeface="Roboto Light" panose="02000000000000000000" pitchFamily="2" charset="0"/>
              </a:defRPr>
            </a:lvl1pPr>
            <a:lvl2pPr marL="457200" indent="0" algn="ctr">
              <a:buNone/>
              <a:defRPr sz="2400">
                <a:solidFill>
                  <a:schemeClr val="bg1"/>
                </a:solidFill>
              </a:defRPr>
            </a:lvl2pPr>
            <a:lvl3pPr marL="914400" indent="0" algn="ctr">
              <a:buNone/>
              <a:defRPr sz="2400">
                <a:solidFill>
                  <a:schemeClr val="bg1"/>
                </a:solidFill>
              </a:defRPr>
            </a:lvl3pPr>
            <a:lvl4pPr marL="1371600" indent="0" algn="ctr">
              <a:buNone/>
              <a:defRPr sz="2400">
                <a:solidFill>
                  <a:schemeClr val="bg1"/>
                </a:solidFill>
              </a:defRPr>
            </a:lvl4pPr>
            <a:lvl5pPr marL="1828800" indent="0" algn="ctr">
              <a:buNone/>
              <a:defRPr sz="2400">
                <a:solidFill>
                  <a:schemeClr val="bg1"/>
                </a:solidFill>
              </a:defRPr>
            </a:lvl5pPr>
          </a:lstStyle>
          <a:p>
            <a:pPr lvl="0"/>
            <a:r>
              <a:rPr lang="en-US"/>
              <a:t>Click to edit Master text styles</a:t>
            </a:r>
          </a:p>
        </p:txBody>
      </p:sp>
      <p:sp>
        <p:nvSpPr>
          <p:cNvPr id="10" name="Text Placeholder 47">
            <a:extLst>
              <a:ext uri="{FF2B5EF4-FFF2-40B4-BE49-F238E27FC236}">
                <a16:creationId xmlns:a16="http://schemas.microsoft.com/office/drawing/2014/main" id="{67FCB669-B9C0-1E9C-516B-D8A804C4C36C}"/>
              </a:ext>
            </a:extLst>
          </p:cNvPr>
          <p:cNvSpPr>
            <a:spLocks noGrp="1"/>
          </p:cNvSpPr>
          <p:nvPr>
            <p:ph type="body" sz="quarter" idx="17"/>
          </p:nvPr>
        </p:nvSpPr>
        <p:spPr>
          <a:xfrm>
            <a:off x="1215450" y="4798918"/>
            <a:ext cx="4517136" cy="246221"/>
          </a:xfrm>
        </p:spPr>
        <p:txBody>
          <a:bodyPr wrap="square" anchor="t" anchorCtr="0">
            <a:noAutofit/>
          </a:bodyPr>
          <a:lstStyle>
            <a:lvl1pPr marL="0" indent="0" algn="l">
              <a:lnSpc>
                <a:spcPct val="100000"/>
              </a:lnSpc>
              <a:spcBef>
                <a:spcPts val="1200"/>
              </a:spcBef>
              <a:spcAft>
                <a:spcPts val="60"/>
              </a:spcAft>
              <a:buNone/>
              <a:defRPr sz="1600" b="0" i="0">
                <a:solidFill>
                  <a:schemeClr val="tx1"/>
                </a:solidFill>
                <a:latin typeface="Aptos" panose="020B0004020202020204" pitchFamily="34" charset="0"/>
                <a:ea typeface="Roboto Light" panose="02000000000000000000" pitchFamily="2" charset="0"/>
              </a:defRPr>
            </a:lvl1pPr>
            <a:lvl2pPr marL="457200" indent="0" algn="ctr">
              <a:buNone/>
              <a:defRPr sz="1600" b="0" i="0">
                <a:solidFill>
                  <a:schemeClr val="bg1"/>
                </a:solidFill>
                <a:latin typeface="Roboto Light" panose="02000000000000000000" pitchFamily="2" charset="0"/>
                <a:ea typeface="Roboto Light" panose="02000000000000000000" pitchFamily="2" charset="0"/>
              </a:defRPr>
            </a:lvl2pPr>
            <a:lvl3pPr marL="914400" indent="0" algn="ctr">
              <a:buNone/>
              <a:defRPr sz="1600" b="0" i="0">
                <a:solidFill>
                  <a:schemeClr val="bg1"/>
                </a:solidFill>
                <a:latin typeface="Roboto Light" panose="02000000000000000000" pitchFamily="2" charset="0"/>
                <a:ea typeface="Roboto Light" panose="02000000000000000000" pitchFamily="2" charset="0"/>
              </a:defRPr>
            </a:lvl3pPr>
            <a:lvl4pPr marL="1371600" indent="0" algn="ctr">
              <a:buNone/>
              <a:defRPr sz="1600" b="0" i="0">
                <a:solidFill>
                  <a:schemeClr val="bg1"/>
                </a:solidFill>
                <a:latin typeface="Roboto Light" panose="02000000000000000000" pitchFamily="2" charset="0"/>
                <a:ea typeface="Roboto Light" panose="02000000000000000000" pitchFamily="2" charset="0"/>
              </a:defRPr>
            </a:lvl4pPr>
            <a:lvl5pPr marL="1828800" indent="0" algn="ctr">
              <a:buNone/>
              <a:defRPr sz="1600" b="0" i="0">
                <a:solidFill>
                  <a:schemeClr val="bg1"/>
                </a:solidFill>
                <a:latin typeface="Roboto Light" panose="02000000000000000000" pitchFamily="2" charset="0"/>
                <a:ea typeface="Roboto Light" panose="02000000000000000000" pitchFamily="2" charset="0"/>
              </a:defRPr>
            </a:lvl5pPr>
          </a:lstStyle>
          <a:p>
            <a:pPr lvl="0"/>
            <a:r>
              <a:rPr lang="en-US"/>
              <a:t>Click to edit Master text styles</a:t>
            </a:r>
          </a:p>
        </p:txBody>
      </p:sp>
      <p:sp>
        <p:nvSpPr>
          <p:cNvPr id="12" name="Subtitle 2">
            <a:extLst>
              <a:ext uri="{FF2B5EF4-FFF2-40B4-BE49-F238E27FC236}">
                <a16:creationId xmlns:a16="http://schemas.microsoft.com/office/drawing/2014/main" id="{9A6F6DA4-481A-E606-D7BA-9C2165FE3EB8}"/>
              </a:ext>
            </a:extLst>
          </p:cNvPr>
          <p:cNvSpPr>
            <a:spLocks noGrp="1"/>
          </p:cNvSpPr>
          <p:nvPr>
            <p:ph type="subTitle" idx="1" hasCustomPrompt="1"/>
          </p:nvPr>
        </p:nvSpPr>
        <p:spPr>
          <a:xfrm>
            <a:off x="1215450" y="4031052"/>
            <a:ext cx="4517136" cy="180049"/>
          </a:xfrm>
        </p:spPr>
        <p:txBody>
          <a:bodyPr wrap="square" anchor="t" anchorCtr="0">
            <a:noAutofit/>
          </a:bodyPr>
          <a:lstStyle>
            <a:lvl1pPr marL="0" indent="0" algn="l">
              <a:spcBef>
                <a:spcPts val="1200"/>
              </a:spcBef>
              <a:spcAft>
                <a:spcPts val="60"/>
              </a:spcAft>
              <a:buNone/>
              <a:defRPr sz="1300" b="1" spc="300" baseline="0">
                <a:solidFill>
                  <a:schemeClr val="tx1"/>
                </a:solidFill>
                <a:latin typeface="Aptos" panose="020B00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3" name="Rectangle 12">
            <a:extLst>
              <a:ext uri="{FF2B5EF4-FFF2-40B4-BE49-F238E27FC236}">
                <a16:creationId xmlns:a16="http://schemas.microsoft.com/office/drawing/2014/main" id="{8D17B51F-DF85-E9E0-712B-297B83E802F9}"/>
              </a:ext>
            </a:extLst>
          </p:cNvPr>
          <p:cNvSpPr/>
          <p:nvPr userDrawn="1"/>
        </p:nvSpPr>
        <p:spPr>
          <a:xfrm>
            <a:off x="1215450" y="3780792"/>
            <a:ext cx="854364" cy="7191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274748"/>
              </a:solidFill>
              <a:latin typeface="Aptos" panose="020B0004020202020204" pitchFamily="34" charset="0"/>
            </a:endParaRPr>
          </a:p>
        </p:txBody>
      </p:sp>
    </p:spTree>
    <p:extLst>
      <p:ext uri="{BB962C8B-B14F-4D97-AF65-F5344CB8AC3E}">
        <p14:creationId xmlns:p14="http://schemas.microsoft.com/office/powerpoint/2010/main" val="36203042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 Portrait">
    <p:spTree>
      <p:nvGrpSpPr>
        <p:cNvPr id="1" name=""/>
        <p:cNvGrpSpPr/>
        <p:nvPr/>
      </p:nvGrpSpPr>
      <p:grpSpPr>
        <a:xfrm>
          <a:off x="0" y="0"/>
          <a:ext cx="0" cy="0"/>
          <a:chOff x="0" y="0"/>
          <a:chExt cx="0" cy="0"/>
        </a:xfrm>
      </p:grpSpPr>
      <p:pic>
        <p:nvPicPr>
          <p:cNvPr id="7" name="Graphic 285">
            <a:extLst>
              <a:ext uri="{FF2B5EF4-FFF2-40B4-BE49-F238E27FC236}">
                <a16:creationId xmlns:a16="http://schemas.microsoft.com/office/drawing/2014/main" id="{B10B79AB-DA35-C9D9-2529-6A8AA0E50207}"/>
              </a:ext>
            </a:extLst>
          </p:cNvPr>
          <p:cNvPicPr>
            <a:picLocks noChangeAspect="1"/>
          </p:cNvPicPr>
          <p:nvPr userDrawn="1"/>
        </p:nvPicPr>
        <p:blipFill>
          <a:blip r:embed="rId2"/>
          <a:srcRect l="31566" r="18851"/>
          <a:stretch/>
        </p:blipFill>
        <p:spPr>
          <a:xfrm rot="10800000">
            <a:off x="-1" y="0"/>
            <a:ext cx="6045200" cy="6858000"/>
          </a:xfrm>
          <a:prstGeom prst="rect">
            <a:avLst/>
          </a:prstGeom>
        </p:spPr>
      </p:pic>
      <p:sp>
        <p:nvSpPr>
          <p:cNvPr id="2" name="Title 1">
            <a:extLst>
              <a:ext uri="{FF2B5EF4-FFF2-40B4-BE49-F238E27FC236}">
                <a16:creationId xmlns:a16="http://schemas.microsoft.com/office/drawing/2014/main" id="{627FB722-2E40-971C-7B7A-5663B28FCDB7}"/>
              </a:ext>
            </a:extLst>
          </p:cNvPr>
          <p:cNvSpPr>
            <a:spLocks noGrp="1"/>
          </p:cNvSpPr>
          <p:nvPr>
            <p:ph type="ctrTitle"/>
          </p:nvPr>
        </p:nvSpPr>
        <p:spPr>
          <a:xfrm>
            <a:off x="897657" y="2292076"/>
            <a:ext cx="4465176" cy="997196"/>
          </a:xfrm>
        </p:spPr>
        <p:txBody>
          <a:bodyPr wrap="square" anchor="t" anchorCtr="0">
            <a:noAutofit/>
          </a:bodyPr>
          <a:lstStyle>
            <a:lvl1pPr algn="l">
              <a:spcBef>
                <a:spcPts val="1200"/>
              </a:spcBef>
              <a:spcAft>
                <a:spcPts val="60"/>
              </a:spcAft>
              <a:defRPr sz="3600" b="1">
                <a:solidFill>
                  <a:schemeClr val="bg1"/>
                </a:solidFill>
                <a:latin typeface="Aptos" panose="020B0004020202020204" pitchFamily="34" charset="0"/>
              </a:defRPr>
            </a:lvl1pPr>
          </a:lstStyle>
          <a:p>
            <a:r>
              <a:rPr lang="en-US"/>
              <a:t>Click to edit Master title style</a:t>
            </a:r>
          </a:p>
        </p:txBody>
      </p:sp>
      <p:sp>
        <p:nvSpPr>
          <p:cNvPr id="3" name="Subtitle 2">
            <a:extLst>
              <a:ext uri="{FF2B5EF4-FFF2-40B4-BE49-F238E27FC236}">
                <a16:creationId xmlns:a16="http://schemas.microsoft.com/office/drawing/2014/main" id="{34CCE055-46B1-6279-21B5-27B8352AB9EC}"/>
              </a:ext>
            </a:extLst>
          </p:cNvPr>
          <p:cNvSpPr>
            <a:spLocks noGrp="1"/>
          </p:cNvSpPr>
          <p:nvPr>
            <p:ph type="subTitle" idx="1" hasCustomPrompt="1"/>
          </p:nvPr>
        </p:nvSpPr>
        <p:spPr>
          <a:xfrm>
            <a:off x="897657" y="4019391"/>
            <a:ext cx="4465176" cy="193899"/>
          </a:xfrm>
        </p:spPr>
        <p:txBody>
          <a:bodyPr wrap="square" anchor="t" anchorCtr="0">
            <a:noAutofit/>
          </a:bodyPr>
          <a:lstStyle>
            <a:lvl1pPr marL="0" indent="0" algn="l">
              <a:spcBef>
                <a:spcPts val="1200"/>
              </a:spcBef>
              <a:spcAft>
                <a:spcPts val="60"/>
              </a:spcAft>
              <a:buNone/>
              <a:defRPr sz="1400" b="1" spc="150" baseline="0">
                <a:solidFill>
                  <a:schemeClr val="bg1"/>
                </a:solidFill>
                <a:latin typeface="Aptos" panose="020B00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a:t>
            </a:r>
          </a:p>
        </p:txBody>
      </p:sp>
      <p:sp>
        <p:nvSpPr>
          <p:cNvPr id="1962" name="Text Placeholder 1961">
            <a:extLst>
              <a:ext uri="{FF2B5EF4-FFF2-40B4-BE49-F238E27FC236}">
                <a16:creationId xmlns:a16="http://schemas.microsoft.com/office/drawing/2014/main" id="{05A0F360-5E2B-1313-55AF-9056EF7E8BC2}"/>
              </a:ext>
            </a:extLst>
          </p:cNvPr>
          <p:cNvSpPr>
            <a:spLocks noGrp="1"/>
          </p:cNvSpPr>
          <p:nvPr>
            <p:ph type="body" sz="quarter" idx="14" hasCustomPrompt="1"/>
          </p:nvPr>
        </p:nvSpPr>
        <p:spPr>
          <a:xfrm>
            <a:off x="897657" y="1880997"/>
            <a:ext cx="4465176" cy="193899"/>
          </a:xfrm>
        </p:spPr>
        <p:txBody>
          <a:bodyPr wrap="square" anchor="t" anchorCtr="0">
            <a:noAutofit/>
          </a:bodyPr>
          <a:lstStyle>
            <a:lvl1pPr marL="0" indent="0" algn="l">
              <a:spcBef>
                <a:spcPts val="1200"/>
              </a:spcBef>
              <a:spcAft>
                <a:spcPts val="60"/>
              </a:spcAft>
              <a:buNone/>
              <a:defRPr sz="1400" b="0" i="0" spc="150" baseline="0">
                <a:solidFill>
                  <a:schemeClr val="bg1"/>
                </a:solidFill>
                <a:latin typeface="Aptos" panose="020B0004020202020204" pitchFamily="34" charset="0"/>
                <a:ea typeface="Roboto Light" panose="02000000000000000000" pitchFamily="2" charset="0"/>
              </a:defRPr>
            </a:lvl1pPr>
            <a:lvl2pPr marL="457200" indent="0" algn="ctr">
              <a:buNone/>
              <a:defRPr sz="1400">
                <a:solidFill>
                  <a:schemeClr val="bg1"/>
                </a:solidFill>
              </a:defRPr>
            </a:lvl2pPr>
            <a:lvl3pPr marL="914400" indent="0" algn="ctr">
              <a:buNone/>
              <a:defRPr sz="1400">
                <a:solidFill>
                  <a:schemeClr val="bg1"/>
                </a:solidFill>
              </a:defRPr>
            </a:lvl3pPr>
            <a:lvl4pPr marL="1371600" indent="0" algn="ctr">
              <a:buNone/>
              <a:defRPr sz="1400">
                <a:solidFill>
                  <a:schemeClr val="bg1"/>
                </a:solidFill>
              </a:defRPr>
            </a:lvl4pPr>
            <a:lvl5pPr marL="1828800" indent="0" algn="ctr">
              <a:buNone/>
              <a:defRPr sz="1400">
                <a:solidFill>
                  <a:schemeClr val="bg1"/>
                </a:solidFill>
              </a:defRPr>
            </a:lvl5pPr>
          </a:lstStyle>
          <a:p>
            <a:pPr lvl="0"/>
            <a:r>
              <a:rPr lang="en-US"/>
              <a:t>CLICK TO EDIT MASTER TEXT STYLES</a:t>
            </a:r>
          </a:p>
        </p:txBody>
      </p:sp>
      <p:sp>
        <p:nvSpPr>
          <p:cNvPr id="1964" name="Text Placeholder 1963">
            <a:extLst>
              <a:ext uri="{FF2B5EF4-FFF2-40B4-BE49-F238E27FC236}">
                <a16:creationId xmlns:a16="http://schemas.microsoft.com/office/drawing/2014/main" id="{D8874D39-76D3-2E6D-F8DD-E0676BF138C5}"/>
              </a:ext>
            </a:extLst>
          </p:cNvPr>
          <p:cNvSpPr>
            <a:spLocks noGrp="1"/>
          </p:cNvSpPr>
          <p:nvPr>
            <p:ph type="body" sz="quarter" idx="15"/>
          </p:nvPr>
        </p:nvSpPr>
        <p:spPr>
          <a:xfrm>
            <a:off x="897657" y="4371534"/>
            <a:ext cx="4465176" cy="332399"/>
          </a:xfrm>
        </p:spPr>
        <p:txBody>
          <a:bodyPr wrap="square" anchor="t" anchorCtr="0">
            <a:noAutofit/>
          </a:bodyPr>
          <a:lstStyle>
            <a:lvl1pPr marL="0" indent="0" algn="l">
              <a:spcBef>
                <a:spcPts val="1200"/>
              </a:spcBef>
              <a:spcAft>
                <a:spcPts val="60"/>
              </a:spcAft>
              <a:buNone/>
              <a:defRPr sz="2400" b="0" i="0">
                <a:solidFill>
                  <a:schemeClr val="bg1"/>
                </a:solidFill>
                <a:latin typeface="Aptos" panose="020B0004020202020204" pitchFamily="34" charset="0"/>
                <a:ea typeface="Roboto Light" panose="02000000000000000000" pitchFamily="2" charset="0"/>
              </a:defRPr>
            </a:lvl1pPr>
            <a:lvl2pPr marL="457200" indent="0" algn="ctr">
              <a:buNone/>
              <a:defRPr sz="2400">
                <a:solidFill>
                  <a:schemeClr val="bg1"/>
                </a:solidFill>
              </a:defRPr>
            </a:lvl2pPr>
            <a:lvl3pPr marL="914400" indent="0" algn="ctr">
              <a:buNone/>
              <a:defRPr sz="2400">
                <a:solidFill>
                  <a:schemeClr val="bg1"/>
                </a:solidFill>
              </a:defRPr>
            </a:lvl3pPr>
            <a:lvl4pPr marL="1371600" indent="0" algn="ctr">
              <a:buNone/>
              <a:defRPr sz="2400">
                <a:solidFill>
                  <a:schemeClr val="bg1"/>
                </a:solidFill>
              </a:defRPr>
            </a:lvl4pPr>
            <a:lvl5pPr marL="1828800" indent="0" algn="ctr">
              <a:buNone/>
              <a:defRPr sz="2400">
                <a:solidFill>
                  <a:schemeClr val="bg1"/>
                </a:solidFill>
              </a:defRPr>
            </a:lvl5pPr>
          </a:lstStyle>
          <a:p>
            <a:pPr lvl="0"/>
            <a:r>
              <a:rPr lang="en-US"/>
              <a:t>Click to edit Master text styles</a:t>
            </a:r>
          </a:p>
        </p:txBody>
      </p:sp>
      <p:sp>
        <p:nvSpPr>
          <p:cNvPr id="8" name="Rectangle 7">
            <a:extLst>
              <a:ext uri="{FF2B5EF4-FFF2-40B4-BE49-F238E27FC236}">
                <a16:creationId xmlns:a16="http://schemas.microsoft.com/office/drawing/2014/main" id="{C565AA18-2C89-EB56-1919-13EF35EFFBC8}"/>
              </a:ext>
            </a:extLst>
          </p:cNvPr>
          <p:cNvSpPr/>
          <p:nvPr userDrawn="1"/>
        </p:nvSpPr>
        <p:spPr>
          <a:xfrm>
            <a:off x="897656" y="3793881"/>
            <a:ext cx="854364" cy="71915"/>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Aptos" panose="020B0004020202020204" pitchFamily="34" charset="0"/>
            </a:endParaRPr>
          </a:p>
        </p:txBody>
      </p:sp>
      <p:grpSp>
        <p:nvGrpSpPr>
          <p:cNvPr id="43" name="Group 42">
            <a:extLst>
              <a:ext uri="{FF2B5EF4-FFF2-40B4-BE49-F238E27FC236}">
                <a16:creationId xmlns:a16="http://schemas.microsoft.com/office/drawing/2014/main" id="{D529654C-4DCE-CBB4-4BA7-74D0EC3EB963}"/>
              </a:ext>
            </a:extLst>
          </p:cNvPr>
          <p:cNvGrpSpPr/>
          <p:nvPr userDrawn="1"/>
        </p:nvGrpSpPr>
        <p:grpSpPr>
          <a:xfrm>
            <a:off x="897656" y="6161197"/>
            <a:ext cx="4842685" cy="369332"/>
            <a:chOff x="2384568" y="6419574"/>
            <a:chExt cx="4161723" cy="317398"/>
          </a:xfrm>
        </p:grpSpPr>
        <p:pic>
          <p:nvPicPr>
            <p:cNvPr id="41" name="Graphic 40">
              <a:extLst>
                <a:ext uri="{FF2B5EF4-FFF2-40B4-BE49-F238E27FC236}">
                  <a16:creationId xmlns:a16="http://schemas.microsoft.com/office/drawing/2014/main" id="{1E739D28-04EF-E5F5-AE3E-05983A5739A0}"/>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2384568" y="6424653"/>
              <a:ext cx="1103769" cy="278048"/>
            </a:xfrm>
            <a:prstGeom prst="rect">
              <a:avLst/>
            </a:prstGeom>
          </p:spPr>
        </p:pic>
        <p:sp>
          <p:nvSpPr>
            <p:cNvPr id="42" name="TextBox 41">
              <a:extLst>
                <a:ext uri="{FF2B5EF4-FFF2-40B4-BE49-F238E27FC236}">
                  <a16:creationId xmlns:a16="http://schemas.microsoft.com/office/drawing/2014/main" id="{2BA706AB-C5B5-40F2-B756-AD0F7D731AE5}"/>
                </a:ext>
              </a:extLst>
            </p:cNvPr>
            <p:cNvSpPr txBox="1"/>
            <p:nvPr userDrawn="1"/>
          </p:nvSpPr>
          <p:spPr>
            <a:xfrm>
              <a:off x="3588247" y="6419574"/>
              <a:ext cx="2958044" cy="317398"/>
            </a:xfrm>
            <a:prstGeom prst="rect">
              <a:avLst/>
            </a:prstGeom>
            <a:noFill/>
          </p:spPr>
          <p:txBody>
            <a:bodyPr wrap="square" rtlCol="0">
              <a:spAutoFit/>
            </a:bodyPr>
            <a:lstStyle/>
            <a:p>
              <a:r>
                <a:rPr lang="en-US" sz="900" b="0">
                  <a:solidFill>
                    <a:schemeClr val="bg1"/>
                  </a:solidFill>
                  <a:latin typeface="Aptos" panose="020B0004020202020204" pitchFamily="34" charset="0"/>
                  <a:ea typeface="Roboto" panose="02000000000000000000" pitchFamily="2" charset="0"/>
                </a:rPr>
                <a:t>ORNL IS MANAGED BY UT-BATTELLE LLC </a:t>
              </a:r>
              <a:br>
                <a:rPr lang="en-US" sz="900" b="0">
                  <a:solidFill>
                    <a:schemeClr val="bg1"/>
                  </a:solidFill>
                  <a:latin typeface="Aptos" panose="020B0004020202020204" pitchFamily="34" charset="0"/>
                  <a:ea typeface="Roboto" panose="02000000000000000000" pitchFamily="2" charset="0"/>
                </a:rPr>
              </a:br>
              <a:r>
                <a:rPr lang="en-US" sz="900" b="0">
                  <a:solidFill>
                    <a:schemeClr val="bg1"/>
                  </a:solidFill>
                  <a:latin typeface="Aptos" panose="020B0004020202020204" pitchFamily="34" charset="0"/>
                  <a:ea typeface="Roboto" panose="02000000000000000000" pitchFamily="2" charset="0"/>
                </a:rPr>
                <a:t>FOR THE US DEPARTMENT OF ENERGY</a:t>
              </a:r>
            </a:p>
          </p:txBody>
        </p:sp>
      </p:grpSp>
      <p:sp>
        <p:nvSpPr>
          <p:cNvPr id="48" name="Text Placeholder 47">
            <a:extLst>
              <a:ext uri="{FF2B5EF4-FFF2-40B4-BE49-F238E27FC236}">
                <a16:creationId xmlns:a16="http://schemas.microsoft.com/office/drawing/2014/main" id="{894AF511-2F91-5CEA-AAAB-75308FF6C4DB}"/>
              </a:ext>
            </a:extLst>
          </p:cNvPr>
          <p:cNvSpPr>
            <a:spLocks noGrp="1"/>
          </p:cNvSpPr>
          <p:nvPr>
            <p:ph type="body" sz="quarter" idx="17"/>
          </p:nvPr>
        </p:nvSpPr>
        <p:spPr>
          <a:xfrm>
            <a:off x="897657" y="4881013"/>
            <a:ext cx="4465176" cy="246221"/>
          </a:xfrm>
        </p:spPr>
        <p:txBody>
          <a:bodyPr wrap="square" anchor="t" anchorCtr="0">
            <a:noAutofit/>
          </a:bodyPr>
          <a:lstStyle>
            <a:lvl1pPr marL="0" indent="0" algn="l">
              <a:lnSpc>
                <a:spcPct val="100000"/>
              </a:lnSpc>
              <a:spcBef>
                <a:spcPts val="1200"/>
              </a:spcBef>
              <a:spcAft>
                <a:spcPts val="60"/>
              </a:spcAft>
              <a:buNone/>
              <a:defRPr sz="1600" b="0" i="0">
                <a:solidFill>
                  <a:schemeClr val="bg1"/>
                </a:solidFill>
                <a:latin typeface="Aptos" panose="020B0004020202020204" pitchFamily="34" charset="0"/>
                <a:ea typeface="Roboto Light" panose="02000000000000000000" pitchFamily="2" charset="0"/>
              </a:defRPr>
            </a:lvl1pPr>
            <a:lvl2pPr marL="457200" indent="0" algn="ctr">
              <a:buNone/>
              <a:defRPr sz="1600" b="0" i="0">
                <a:solidFill>
                  <a:schemeClr val="bg1"/>
                </a:solidFill>
                <a:latin typeface="Roboto Light" panose="02000000000000000000" pitchFamily="2" charset="0"/>
                <a:ea typeface="Roboto Light" panose="02000000000000000000" pitchFamily="2" charset="0"/>
              </a:defRPr>
            </a:lvl2pPr>
            <a:lvl3pPr marL="914400" indent="0" algn="ctr">
              <a:buNone/>
              <a:defRPr sz="1600" b="0" i="0">
                <a:solidFill>
                  <a:schemeClr val="bg1"/>
                </a:solidFill>
                <a:latin typeface="Roboto Light" panose="02000000000000000000" pitchFamily="2" charset="0"/>
                <a:ea typeface="Roboto Light" panose="02000000000000000000" pitchFamily="2" charset="0"/>
              </a:defRPr>
            </a:lvl3pPr>
            <a:lvl4pPr marL="1371600" indent="0" algn="ctr">
              <a:buNone/>
              <a:defRPr sz="1600" b="0" i="0">
                <a:solidFill>
                  <a:schemeClr val="bg1"/>
                </a:solidFill>
                <a:latin typeface="Roboto Light" panose="02000000000000000000" pitchFamily="2" charset="0"/>
                <a:ea typeface="Roboto Light" panose="02000000000000000000" pitchFamily="2" charset="0"/>
              </a:defRPr>
            </a:lvl4pPr>
            <a:lvl5pPr marL="1828800" indent="0" algn="ctr">
              <a:buNone/>
              <a:defRPr sz="1600" b="0" i="0">
                <a:solidFill>
                  <a:schemeClr val="bg1"/>
                </a:solidFill>
                <a:latin typeface="Roboto Light" panose="02000000000000000000" pitchFamily="2" charset="0"/>
                <a:ea typeface="Roboto Light" panose="02000000000000000000" pitchFamily="2" charset="0"/>
              </a:defRPr>
            </a:lvl5pPr>
          </a:lstStyle>
          <a:p>
            <a:pPr lvl="0"/>
            <a:r>
              <a:rPr lang="en-US"/>
              <a:t>Click to edit Master text styles</a:t>
            </a:r>
          </a:p>
        </p:txBody>
      </p:sp>
      <p:sp>
        <p:nvSpPr>
          <p:cNvPr id="9" name="Picture Placeholder 8">
            <a:extLst>
              <a:ext uri="{FF2B5EF4-FFF2-40B4-BE49-F238E27FC236}">
                <a16:creationId xmlns:a16="http://schemas.microsoft.com/office/drawing/2014/main" id="{63D2D23A-F403-7E2C-7D24-BA0C3B867C3E}"/>
              </a:ext>
            </a:extLst>
          </p:cNvPr>
          <p:cNvSpPr>
            <a:spLocks noGrp="1"/>
          </p:cNvSpPr>
          <p:nvPr>
            <p:ph type="pic" sz="quarter" idx="18"/>
          </p:nvPr>
        </p:nvSpPr>
        <p:spPr>
          <a:xfrm>
            <a:off x="6045200" y="0"/>
            <a:ext cx="6146800" cy="6858000"/>
          </a:xfrm>
        </p:spPr>
        <p:txBody>
          <a:bodyPr/>
          <a:lstStyle>
            <a:lvl1pPr>
              <a:defRPr>
                <a:latin typeface="Aptos" panose="020B0004020202020204" pitchFamily="34" charset="0"/>
              </a:defRPr>
            </a:lvl1pPr>
          </a:lstStyle>
          <a:p>
            <a:r>
              <a:rPr lang="en-US"/>
              <a:t>Click icon to add picture</a:t>
            </a:r>
          </a:p>
        </p:txBody>
      </p:sp>
      <p:pic>
        <p:nvPicPr>
          <p:cNvPr id="4" name="Graphic 3">
            <a:extLst>
              <a:ext uri="{FF2B5EF4-FFF2-40B4-BE49-F238E27FC236}">
                <a16:creationId xmlns:a16="http://schemas.microsoft.com/office/drawing/2014/main" id="{D32A73F0-167E-610D-E038-566618F01F9F}"/>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928070" y="783630"/>
            <a:ext cx="1780479" cy="428014"/>
          </a:xfrm>
          <a:prstGeom prst="rect">
            <a:avLst/>
          </a:prstGeom>
        </p:spPr>
      </p:pic>
    </p:spTree>
    <p:extLst>
      <p:ext uri="{BB962C8B-B14F-4D97-AF65-F5344CB8AC3E}">
        <p14:creationId xmlns:p14="http://schemas.microsoft.com/office/powerpoint/2010/main" val="35401339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 Landscape">
    <p:spTree>
      <p:nvGrpSpPr>
        <p:cNvPr id="1" name=""/>
        <p:cNvGrpSpPr/>
        <p:nvPr/>
      </p:nvGrpSpPr>
      <p:grpSpPr>
        <a:xfrm>
          <a:off x="0" y="0"/>
          <a:ext cx="0" cy="0"/>
          <a:chOff x="0" y="0"/>
          <a:chExt cx="0" cy="0"/>
        </a:xfrm>
      </p:grpSpPr>
      <p:sp>
        <p:nvSpPr>
          <p:cNvPr id="16" name="Freeform 15">
            <a:extLst>
              <a:ext uri="{FF2B5EF4-FFF2-40B4-BE49-F238E27FC236}">
                <a16:creationId xmlns:a16="http://schemas.microsoft.com/office/drawing/2014/main" id="{0FE843FE-B2D6-28A8-6229-2F4F14E7EA05}"/>
              </a:ext>
            </a:extLst>
          </p:cNvPr>
          <p:cNvSpPr/>
          <p:nvPr userDrawn="1"/>
        </p:nvSpPr>
        <p:spPr>
          <a:xfrm>
            <a:off x="-1"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 name="connsiteX4" fmla="*/ 0 w 12192000"/>
              <a:gd name="connsiteY4" fmla="*/ 0 h 6858000"/>
              <a:gd name="connsiteX5" fmla="*/ 5609063 w 12192000"/>
              <a:gd name="connsiteY5" fmla="*/ 1505414 h 6858000"/>
              <a:gd name="connsiteX6" fmla="*/ 5609063 w 12192000"/>
              <a:gd name="connsiteY6" fmla="*/ 5352586 h 6858000"/>
              <a:gd name="connsiteX7" fmla="*/ 11452302 w 12192000"/>
              <a:gd name="connsiteY7" fmla="*/ 5352586 h 6858000"/>
              <a:gd name="connsiteX8" fmla="*/ 11452302 w 12192000"/>
              <a:gd name="connsiteY8" fmla="*/ 1505414 h 6858000"/>
              <a:gd name="connsiteX9" fmla="*/ 5609063 w 12192000"/>
              <a:gd name="connsiteY9" fmla="*/ 150541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192000" h="6858000">
                <a:moveTo>
                  <a:pt x="0" y="0"/>
                </a:moveTo>
                <a:lnTo>
                  <a:pt x="12192000" y="0"/>
                </a:lnTo>
                <a:lnTo>
                  <a:pt x="12192000" y="6858000"/>
                </a:lnTo>
                <a:lnTo>
                  <a:pt x="0" y="6858000"/>
                </a:lnTo>
                <a:lnTo>
                  <a:pt x="0" y="0"/>
                </a:lnTo>
                <a:close/>
                <a:moveTo>
                  <a:pt x="5609063" y="1505414"/>
                </a:moveTo>
                <a:lnTo>
                  <a:pt x="5609063" y="5352586"/>
                </a:lnTo>
                <a:lnTo>
                  <a:pt x="11452302" y="5352586"/>
                </a:lnTo>
                <a:lnTo>
                  <a:pt x="11452302" y="1505414"/>
                </a:lnTo>
                <a:lnTo>
                  <a:pt x="5609063" y="1505414"/>
                </a:lnTo>
                <a:close/>
              </a:path>
            </a:pathLst>
          </a:custGeom>
          <a:blipFill>
            <a:blip r:embed="rId2"/>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Aptos" panose="020B0004020202020204" pitchFamily="34" charset="0"/>
            </a:endParaRPr>
          </a:p>
        </p:txBody>
      </p:sp>
      <p:sp>
        <p:nvSpPr>
          <p:cNvPr id="2" name="Title 1">
            <a:extLst>
              <a:ext uri="{FF2B5EF4-FFF2-40B4-BE49-F238E27FC236}">
                <a16:creationId xmlns:a16="http://schemas.microsoft.com/office/drawing/2014/main" id="{627FB722-2E40-971C-7B7A-5663B28FCDB7}"/>
              </a:ext>
            </a:extLst>
          </p:cNvPr>
          <p:cNvSpPr>
            <a:spLocks noGrp="1"/>
          </p:cNvSpPr>
          <p:nvPr>
            <p:ph type="ctrTitle"/>
          </p:nvPr>
        </p:nvSpPr>
        <p:spPr>
          <a:xfrm>
            <a:off x="897657" y="2292076"/>
            <a:ext cx="4465176" cy="997196"/>
          </a:xfrm>
        </p:spPr>
        <p:txBody>
          <a:bodyPr wrap="square" anchor="t" anchorCtr="0">
            <a:noAutofit/>
          </a:bodyPr>
          <a:lstStyle>
            <a:lvl1pPr algn="l">
              <a:spcBef>
                <a:spcPts val="1200"/>
              </a:spcBef>
              <a:spcAft>
                <a:spcPts val="60"/>
              </a:spcAft>
              <a:defRPr sz="3600" b="1">
                <a:solidFill>
                  <a:schemeClr val="bg1"/>
                </a:solidFill>
                <a:latin typeface="Aptos" panose="020B0004020202020204" pitchFamily="34" charset="0"/>
              </a:defRPr>
            </a:lvl1pPr>
          </a:lstStyle>
          <a:p>
            <a:r>
              <a:rPr lang="en-US"/>
              <a:t>Click to edit Master title style</a:t>
            </a:r>
          </a:p>
        </p:txBody>
      </p:sp>
      <p:sp>
        <p:nvSpPr>
          <p:cNvPr id="3" name="Subtitle 2">
            <a:extLst>
              <a:ext uri="{FF2B5EF4-FFF2-40B4-BE49-F238E27FC236}">
                <a16:creationId xmlns:a16="http://schemas.microsoft.com/office/drawing/2014/main" id="{34CCE055-46B1-6279-21B5-27B8352AB9EC}"/>
              </a:ext>
            </a:extLst>
          </p:cNvPr>
          <p:cNvSpPr>
            <a:spLocks noGrp="1"/>
          </p:cNvSpPr>
          <p:nvPr>
            <p:ph type="subTitle" idx="1" hasCustomPrompt="1"/>
          </p:nvPr>
        </p:nvSpPr>
        <p:spPr>
          <a:xfrm>
            <a:off x="897657" y="4019391"/>
            <a:ext cx="4465176" cy="193899"/>
          </a:xfrm>
        </p:spPr>
        <p:txBody>
          <a:bodyPr wrap="square" anchor="t" anchorCtr="0">
            <a:noAutofit/>
          </a:bodyPr>
          <a:lstStyle>
            <a:lvl1pPr marL="0" indent="0" algn="l">
              <a:spcBef>
                <a:spcPts val="1200"/>
              </a:spcBef>
              <a:spcAft>
                <a:spcPts val="60"/>
              </a:spcAft>
              <a:buNone/>
              <a:defRPr sz="1400" b="1" spc="150" baseline="0">
                <a:solidFill>
                  <a:schemeClr val="bg1"/>
                </a:solidFill>
                <a:latin typeface="Aptos" panose="020B00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a:t>
            </a:r>
          </a:p>
        </p:txBody>
      </p:sp>
      <p:sp>
        <p:nvSpPr>
          <p:cNvPr id="1962" name="Text Placeholder 1961">
            <a:extLst>
              <a:ext uri="{FF2B5EF4-FFF2-40B4-BE49-F238E27FC236}">
                <a16:creationId xmlns:a16="http://schemas.microsoft.com/office/drawing/2014/main" id="{05A0F360-5E2B-1313-55AF-9056EF7E8BC2}"/>
              </a:ext>
            </a:extLst>
          </p:cNvPr>
          <p:cNvSpPr>
            <a:spLocks noGrp="1"/>
          </p:cNvSpPr>
          <p:nvPr>
            <p:ph type="body" sz="quarter" idx="14" hasCustomPrompt="1"/>
          </p:nvPr>
        </p:nvSpPr>
        <p:spPr>
          <a:xfrm>
            <a:off x="897657" y="1880997"/>
            <a:ext cx="4465176" cy="193899"/>
          </a:xfrm>
        </p:spPr>
        <p:txBody>
          <a:bodyPr wrap="square" anchor="t" anchorCtr="0">
            <a:noAutofit/>
          </a:bodyPr>
          <a:lstStyle>
            <a:lvl1pPr marL="0" indent="0" algn="l">
              <a:spcBef>
                <a:spcPts val="1200"/>
              </a:spcBef>
              <a:spcAft>
                <a:spcPts val="60"/>
              </a:spcAft>
              <a:buNone/>
              <a:defRPr sz="1400" b="0" i="0" spc="150" baseline="0">
                <a:solidFill>
                  <a:schemeClr val="bg1"/>
                </a:solidFill>
                <a:latin typeface="Aptos" panose="020B0004020202020204" pitchFamily="34" charset="0"/>
                <a:ea typeface="Roboto Light" panose="02000000000000000000" pitchFamily="2" charset="0"/>
              </a:defRPr>
            </a:lvl1pPr>
            <a:lvl2pPr marL="457200" indent="0" algn="ctr">
              <a:buNone/>
              <a:defRPr sz="1400">
                <a:solidFill>
                  <a:schemeClr val="bg1"/>
                </a:solidFill>
              </a:defRPr>
            </a:lvl2pPr>
            <a:lvl3pPr marL="914400" indent="0" algn="ctr">
              <a:buNone/>
              <a:defRPr sz="1400">
                <a:solidFill>
                  <a:schemeClr val="bg1"/>
                </a:solidFill>
              </a:defRPr>
            </a:lvl3pPr>
            <a:lvl4pPr marL="1371600" indent="0" algn="ctr">
              <a:buNone/>
              <a:defRPr sz="1400">
                <a:solidFill>
                  <a:schemeClr val="bg1"/>
                </a:solidFill>
              </a:defRPr>
            </a:lvl4pPr>
            <a:lvl5pPr marL="1828800" indent="0" algn="ctr">
              <a:buNone/>
              <a:defRPr sz="1400">
                <a:solidFill>
                  <a:schemeClr val="bg1"/>
                </a:solidFill>
              </a:defRPr>
            </a:lvl5pPr>
          </a:lstStyle>
          <a:p>
            <a:pPr lvl="0"/>
            <a:r>
              <a:rPr lang="en-US"/>
              <a:t>CLICK TO EDIT MASTER TEXT STYLES</a:t>
            </a:r>
          </a:p>
        </p:txBody>
      </p:sp>
      <p:sp>
        <p:nvSpPr>
          <p:cNvPr id="1964" name="Text Placeholder 1963">
            <a:extLst>
              <a:ext uri="{FF2B5EF4-FFF2-40B4-BE49-F238E27FC236}">
                <a16:creationId xmlns:a16="http://schemas.microsoft.com/office/drawing/2014/main" id="{D8874D39-76D3-2E6D-F8DD-E0676BF138C5}"/>
              </a:ext>
            </a:extLst>
          </p:cNvPr>
          <p:cNvSpPr>
            <a:spLocks noGrp="1"/>
          </p:cNvSpPr>
          <p:nvPr>
            <p:ph type="body" sz="quarter" idx="15"/>
          </p:nvPr>
        </p:nvSpPr>
        <p:spPr>
          <a:xfrm>
            <a:off x="897657" y="4371534"/>
            <a:ext cx="4465176" cy="332399"/>
          </a:xfrm>
        </p:spPr>
        <p:txBody>
          <a:bodyPr wrap="square" anchor="t" anchorCtr="0">
            <a:noAutofit/>
          </a:bodyPr>
          <a:lstStyle>
            <a:lvl1pPr marL="0" indent="0" algn="l">
              <a:spcBef>
                <a:spcPts val="1200"/>
              </a:spcBef>
              <a:spcAft>
                <a:spcPts val="60"/>
              </a:spcAft>
              <a:buNone/>
              <a:defRPr sz="2400" b="0" i="0">
                <a:solidFill>
                  <a:schemeClr val="bg1"/>
                </a:solidFill>
                <a:latin typeface="Aptos" panose="020B0004020202020204" pitchFamily="34" charset="0"/>
                <a:ea typeface="Roboto Light" panose="02000000000000000000" pitchFamily="2" charset="0"/>
              </a:defRPr>
            </a:lvl1pPr>
            <a:lvl2pPr marL="457200" indent="0" algn="ctr">
              <a:buNone/>
              <a:defRPr sz="2400">
                <a:solidFill>
                  <a:schemeClr val="bg1"/>
                </a:solidFill>
              </a:defRPr>
            </a:lvl2pPr>
            <a:lvl3pPr marL="914400" indent="0" algn="ctr">
              <a:buNone/>
              <a:defRPr sz="2400">
                <a:solidFill>
                  <a:schemeClr val="bg1"/>
                </a:solidFill>
              </a:defRPr>
            </a:lvl3pPr>
            <a:lvl4pPr marL="1371600" indent="0" algn="ctr">
              <a:buNone/>
              <a:defRPr sz="2400">
                <a:solidFill>
                  <a:schemeClr val="bg1"/>
                </a:solidFill>
              </a:defRPr>
            </a:lvl4pPr>
            <a:lvl5pPr marL="1828800" indent="0" algn="ctr">
              <a:buNone/>
              <a:defRPr sz="2400">
                <a:solidFill>
                  <a:schemeClr val="bg1"/>
                </a:solidFill>
              </a:defRPr>
            </a:lvl5pPr>
          </a:lstStyle>
          <a:p>
            <a:pPr lvl="0"/>
            <a:r>
              <a:rPr lang="en-US"/>
              <a:t>Click to edit Master text styles</a:t>
            </a:r>
          </a:p>
        </p:txBody>
      </p:sp>
      <p:sp>
        <p:nvSpPr>
          <p:cNvPr id="8" name="Rectangle 7">
            <a:extLst>
              <a:ext uri="{FF2B5EF4-FFF2-40B4-BE49-F238E27FC236}">
                <a16:creationId xmlns:a16="http://schemas.microsoft.com/office/drawing/2014/main" id="{C565AA18-2C89-EB56-1919-13EF35EFFBC8}"/>
              </a:ext>
            </a:extLst>
          </p:cNvPr>
          <p:cNvSpPr/>
          <p:nvPr userDrawn="1"/>
        </p:nvSpPr>
        <p:spPr>
          <a:xfrm>
            <a:off x="897656" y="3793881"/>
            <a:ext cx="854364" cy="71915"/>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Aptos" panose="020B0004020202020204" pitchFamily="34" charset="0"/>
            </a:endParaRPr>
          </a:p>
        </p:txBody>
      </p:sp>
      <p:grpSp>
        <p:nvGrpSpPr>
          <p:cNvPr id="43" name="Group 42">
            <a:extLst>
              <a:ext uri="{FF2B5EF4-FFF2-40B4-BE49-F238E27FC236}">
                <a16:creationId xmlns:a16="http://schemas.microsoft.com/office/drawing/2014/main" id="{D529654C-4DCE-CBB4-4BA7-74D0EC3EB963}"/>
              </a:ext>
            </a:extLst>
          </p:cNvPr>
          <p:cNvGrpSpPr/>
          <p:nvPr userDrawn="1"/>
        </p:nvGrpSpPr>
        <p:grpSpPr>
          <a:xfrm>
            <a:off x="897656" y="6161197"/>
            <a:ext cx="4842685" cy="369332"/>
            <a:chOff x="2384568" y="6419574"/>
            <a:chExt cx="4161723" cy="317398"/>
          </a:xfrm>
        </p:grpSpPr>
        <p:pic>
          <p:nvPicPr>
            <p:cNvPr id="41" name="Graphic 40">
              <a:extLst>
                <a:ext uri="{FF2B5EF4-FFF2-40B4-BE49-F238E27FC236}">
                  <a16:creationId xmlns:a16="http://schemas.microsoft.com/office/drawing/2014/main" id="{1E739D28-04EF-E5F5-AE3E-05983A5739A0}"/>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2384568" y="6424653"/>
              <a:ext cx="1103769" cy="278048"/>
            </a:xfrm>
            <a:prstGeom prst="rect">
              <a:avLst/>
            </a:prstGeom>
          </p:spPr>
        </p:pic>
        <p:sp>
          <p:nvSpPr>
            <p:cNvPr id="42" name="TextBox 41">
              <a:extLst>
                <a:ext uri="{FF2B5EF4-FFF2-40B4-BE49-F238E27FC236}">
                  <a16:creationId xmlns:a16="http://schemas.microsoft.com/office/drawing/2014/main" id="{2BA706AB-C5B5-40F2-B756-AD0F7D731AE5}"/>
                </a:ext>
              </a:extLst>
            </p:cNvPr>
            <p:cNvSpPr txBox="1"/>
            <p:nvPr userDrawn="1"/>
          </p:nvSpPr>
          <p:spPr>
            <a:xfrm>
              <a:off x="3588247" y="6419574"/>
              <a:ext cx="2958044" cy="317398"/>
            </a:xfrm>
            <a:prstGeom prst="rect">
              <a:avLst/>
            </a:prstGeom>
            <a:noFill/>
          </p:spPr>
          <p:txBody>
            <a:bodyPr wrap="square" rtlCol="0">
              <a:spAutoFit/>
            </a:bodyPr>
            <a:lstStyle/>
            <a:p>
              <a:r>
                <a:rPr lang="en-US" sz="900" b="0">
                  <a:solidFill>
                    <a:schemeClr val="bg1"/>
                  </a:solidFill>
                  <a:latin typeface="Aptos" panose="020B0004020202020204" pitchFamily="34" charset="0"/>
                  <a:ea typeface="Roboto" panose="02000000000000000000" pitchFamily="2" charset="0"/>
                </a:rPr>
                <a:t>ORNL IS MANAGED BY UT-BATTELLE LLC </a:t>
              </a:r>
              <a:br>
                <a:rPr lang="en-US" sz="900" b="0">
                  <a:solidFill>
                    <a:schemeClr val="bg1"/>
                  </a:solidFill>
                  <a:latin typeface="Aptos" panose="020B0004020202020204" pitchFamily="34" charset="0"/>
                  <a:ea typeface="Roboto" panose="02000000000000000000" pitchFamily="2" charset="0"/>
                </a:rPr>
              </a:br>
              <a:r>
                <a:rPr lang="en-US" sz="900" b="0">
                  <a:solidFill>
                    <a:schemeClr val="bg1"/>
                  </a:solidFill>
                  <a:latin typeface="Aptos" panose="020B0004020202020204" pitchFamily="34" charset="0"/>
                  <a:ea typeface="Roboto" panose="02000000000000000000" pitchFamily="2" charset="0"/>
                </a:rPr>
                <a:t>FOR THE US DEPARTMENT OF ENERGY</a:t>
              </a:r>
            </a:p>
          </p:txBody>
        </p:sp>
      </p:grpSp>
      <p:sp>
        <p:nvSpPr>
          <p:cNvPr id="48" name="Text Placeholder 47">
            <a:extLst>
              <a:ext uri="{FF2B5EF4-FFF2-40B4-BE49-F238E27FC236}">
                <a16:creationId xmlns:a16="http://schemas.microsoft.com/office/drawing/2014/main" id="{894AF511-2F91-5CEA-AAAB-75308FF6C4DB}"/>
              </a:ext>
            </a:extLst>
          </p:cNvPr>
          <p:cNvSpPr>
            <a:spLocks noGrp="1"/>
          </p:cNvSpPr>
          <p:nvPr>
            <p:ph type="body" sz="quarter" idx="17"/>
          </p:nvPr>
        </p:nvSpPr>
        <p:spPr>
          <a:xfrm>
            <a:off x="897657" y="4881013"/>
            <a:ext cx="4465176" cy="246221"/>
          </a:xfrm>
        </p:spPr>
        <p:txBody>
          <a:bodyPr wrap="square" anchor="t" anchorCtr="0">
            <a:noAutofit/>
          </a:bodyPr>
          <a:lstStyle>
            <a:lvl1pPr marL="0" indent="0" algn="l">
              <a:lnSpc>
                <a:spcPct val="100000"/>
              </a:lnSpc>
              <a:spcBef>
                <a:spcPts val="1200"/>
              </a:spcBef>
              <a:spcAft>
                <a:spcPts val="60"/>
              </a:spcAft>
              <a:buNone/>
              <a:defRPr sz="1600" b="0" i="0">
                <a:solidFill>
                  <a:schemeClr val="bg1"/>
                </a:solidFill>
                <a:latin typeface="Aptos" panose="020B0004020202020204" pitchFamily="34" charset="0"/>
                <a:ea typeface="Roboto Light" panose="02000000000000000000" pitchFamily="2" charset="0"/>
              </a:defRPr>
            </a:lvl1pPr>
            <a:lvl2pPr marL="457200" indent="0" algn="ctr">
              <a:buNone/>
              <a:defRPr sz="1600" b="0" i="0">
                <a:solidFill>
                  <a:schemeClr val="bg1"/>
                </a:solidFill>
                <a:latin typeface="Roboto Light" panose="02000000000000000000" pitchFamily="2" charset="0"/>
                <a:ea typeface="Roboto Light" panose="02000000000000000000" pitchFamily="2" charset="0"/>
              </a:defRPr>
            </a:lvl2pPr>
            <a:lvl3pPr marL="914400" indent="0" algn="ctr">
              <a:buNone/>
              <a:defRPr sz="1600" b="0" i="0">
                <a:solidFill>
                  <a:schemeClr val="bg1"/>
                </a:solidFill>
                <a:latin typeface="Roboto Light" panose="02000000000000000000" pitchFamily="2" charset="0"/>
                <a:ea typeface="Roboto Light" panose="02000000000000000000" pitchFamily="2" charset="0"/>
              </a:defRPr>
            </a:lvl3pPr>
            <a:lvl4pPr marL="1371600" indent="0" algn="ctr">
              <a:buNone/>
              <a:defRPr sz="1600" b="0" i="0">
                <a:solidFill>
                  <a:schemeClr val="bg1"/>
                </a:solidFill>
                <a:latin typeface="Roboto Light" panose="02000000000000000000" pitchFamily="2" charset="0"/>
                <a:ea typeface="Roboto Light" panose="02000000000000000000" pitchFamily="2" charset="0"/>
              </a:defRPr>
            </a:lvl4pPr>
            <a:lvl5pPr marL="1828800" indent="0" algn="ctr">
              <a:buNone/>
              <a:defRPr sz="1600" b="0" i="0">
                <a:solidFill>
                  <a:schemeClr val="bg1"/>
                </a:solidFill>
                <a:latin typeface="Roboto Light" panose="02000000000000000000" pitchFamily="2" charset="0"/>
                <a:ea typeface="Roboto Light" panose="02000000000000000000" pitchFamily="2" charset="0"/>
              </a:defRPr>
            </a:lvl5pPr>
          </a:lstStyle>
          <a:p>
            <a:pPr lvl="0"/>
            <a:r>
              <a:rPr lang="en-US"/>
              <a:t>Click to edit Master text styles</a:t>
            </a:r>
          </a:p>
        </p:txBody>
      </p:sp>
      <p:sp>
        <p:nvSpPr>
          <p:cNvPr id="9" name="Picture Placeholder 8">
            <a:extLst>
              <a:ext uri="{FF2B5EF4-FFF2-40B4-BE49-F238E27FC236}">
                <a16:creationId xmlns:a16="http://schemas.microsoft.com/office/drawing/2014/main" id="{63D2D23A-F403-7E2C-7D24-BA0C3B867C3E}"/>
              </a:ext>
            </a:extLst>
          </p:cNvPr>
          <p:cNvSpPr>
            <a:spLocks noGrp="1"/>
          </p:cNvSpPr>
          <p:nvPr>
            <p:ph type="pic" sz="quarter" idx="18"/>
          </p:nvPr>
        </p:nvSpPr>
        <p:spPr>
          <a:xfrm>
            <a:off x="5609063" y="1516565"/>
            <a:ext cx="5843239" cy="3836021"/>
          </a:xfrm>
        </p:spPr>
        <p:txBody>
          <a:bodyPr/>
          <a:lstStyle>
            <a:lvl1pPr>
              <a:defRPr>
                <a:latin typeface="Aptos" panose="020B0004020202020204" pitchFamily="34" charset="0"/>
              </a:defRPr>
            </a:lvl1pPr>
          </a:lstStyle>
          <a:p>
            <a:r>
              <a:rPr lang="en-US"/>
              <a:t>Click icon to add picture</a:t>
            </a:r>
          </a:p>
        </p:txBody>
      </p:sp>
      <p:pic>
        <p:nvPicPr>
          <p:cNvPr id="4" name="Graphic 3">
            <a:extLst>
              <a:ext uri="{FF2B5EF4-FFF2-40B4-BE49-F238E27FC236}">
                <a16:creationId xmlns:a16="http://schemas.microsoft.com/office/drawing/2014/main" id="{D32A73F0-167E-610D-E038-566618F01F9F}"/>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928070" y="783630"/>
            <a:ext cx="1780479" cy="428014"/>
          </a:xfrm>
          <a:prstGeom prst="rect">
            <a:avLst/>
          </a:prstGeom>
        </p:spPr>
      </p:pic>
    </p:spTree>
    <p:extLst>
      <p:ext uri="{BB962C8B-B14F-4D97-AF65-F5344CB8AC3E}">
        <p14:creationId xmlns:p14="http://schemas.microsoft.com/office/powerpoint/2010/main" val="37688142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Text Only">
    <p:spTree>
      <p:nvGrpSpPr>
        <p:cNvPr id="1" name=""/>
        <p:cNvGrpSpPr/>
        <p:nvPr/>
      </p:nvGrpSpPr>
      <p:grpSpPr>
        <a:xfrm>
          <a:off x="0" y="0"/>
          <a:ext cx="0" cy="0"/>
          <a:chOff x="0" y="0"/>
          <a:chExt cx="0" cy="0"/>
        </a:xfrm>
      </p:grpSpPr>
      <p:pic>
        <p:nvPicPr>
          <p:cNvPr id="5" name="Graphic 285">
            <a:extLst>
              <a:ext uri="{FF2B5EF4-FFF2-40B4-BE49-F238E27FC236}">
                <a16:creationId xmlns:a16="http://schemas.microsoft.com/office/drawing/2014/main" id="{A95873F9-24C5-691B-E0D0-B31D39B7FBB2}"/>
              </a:ext>
            </a:extLst>
          </p:cNvPr>
          <p:cNvPicPr>
            <a:picLocks noChangeAspect="1"/>
          </p:cNvPicPr>
          <p:nvPr userDrawn="1"/>
        </p:nvPicPr>
        <p:blipFill>
          <a:blip r:embed="rId2"/>
          <a:srcRect/>
          <a:stretch/>
        </p:blipFill>
        <p:spPr>
          <a:xfrm rot="10800000">
            <a:off x="0" y="0"/>
            <a:ext cx="12192000" cy="6858000"/>
          </a:xfrm>
          <a:prstGeom prst="rect">
            <a:avLst/>
          </a:prstGeom>
        </p:spPr>
      </p:pic>
      <p:sp>
        <p:nvSpPr>
          <p:cNvPr id="2" name="Title 1">
            <a:extLst>
              <a:ext uri="{FF2B5EF4-FFF2-40B4-BE49-F238E27FC236}">
                <a16:creationId xmlns:a16="http://schemas.microsoft.com/office/drawing/2014/main" id="{627FB722-2E40-971C-7B7A-5663B28FCDB7}"/>
              </a:ext>
            </a:extLst>
          </p:cNvPr>
          <p:cNvSpPr>
            <a:spLocks noGrp="1"/>
          </p:cNvSpPr>
          <p:nvPr>
            <p:ph type="ctrTitle"/>
          </p:nvPr>
        </p:nvSpPr>
        <p:spPr>
          <a:xfrm>
            <a:off x="897656" y="2292076"/>
            <a:ext cx="10396685" cy="997196"/>
          </a:xfrm>
        </p:spPr>
        <p:txBody>
          <a:bodyPr wrap="square" anchor="t" anchorCtr="0">
            <a:noAutofit/>
          </a:bodyPr>
          <a:lstStyle>
            <a:lvl1pPr algn="l">
              <a:spcBef>
                <a:spcPts val="1200"/>
              </a:spcBef>
              <a:spcAft>
                <a:spcPts val="60"/>
              </a:spcAft>
              <a:defRPr sz="3600" b="1">
                <a:solidFill>
                  <a:schemeClr val="bg1"/>
                </a:solidFill>
                <a:latin typeface="Aptos" panose="020B0004020202020204" pitchFamily="34" charset="0"/>
              </a:defRPr>
            </a:lvl1pPr>
          </a:lstStyle>
          <a:p>
            <a:r>
              <a:rPr lang="en-US"/>
              <a:t>Click to edit Master title style</a:t>
            </a:r>
          </a:p>
        </p:txBody>
      </p:sp>
      <p:sp>
        <p:nvSpPr>
          <p:cNvPr id="3" name="Subtitle 2">
            <a:extLst>
              <a:ext uri="{FF2B5EF4-FFF2-40B4-BE49-F238E27FC236}">
                <a16:creationId xmlns:a16="http://schemas.microsoft.com/office/drawing/2014/main" id="{34CCE055-46B1-6279-21B5-27B8352AB9EC}"/>
              </a:ext>
            </a:extLst>
          </p:cNvPr>
          <p:cNvSpPr>
            <a:spLocks noGrp="1"/>
          </p:cNvSpPr>
          <p:nvPr>
            <p:ph type="subTitle" idx="1" hasCustomPrompt="1"/>
          </p:nvPr>
        </p:nvSpPr>
        <p:spPr>
          <a:xfrm>
            <a:off x="897656" y="4019391"/>
            <a:ext cx="10396685" cy="193899"/>
          </a:xfrm>
        </p:spPr>
        <p:txBody>
          <a:bodyPr wrap="square" anchor="t" anchorCtr="0">
            <a:noAutofit/>
          </a:bodyPr>
          <a:lstStyle>
            <a:lvl1pPr marL="0" indent="0" algn="l">
              <a:spcBef>
                <a:spcPts val="1200"/>
              </a:spcBef>
              <a:spcAft>
                <a:spcPts val="60"/>
              </a:spcAft>
              <a:buNone/>
              <a:defRPr sz="1400" b="1" spc="150" baseline="0">
                <a:solidFill>
                  <a:schemeClr val="bg1"/>
                </a:solidFill>
                <a:latin typeface="Aptos" panose="020B00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a:t>
            </a:r>
          </a:p>
        </p:txBody>
      </p:sp>
      <p:sp>
        <p:nvSpPr>
          <p:cNvPr id="1962" name="Text Placeholder 1961">
            <a:extLst>
              <a:ext uri="{FF2B5EF4-FFF2-40B4-BE49-F238E27FC236}">
                <a16:creationId xmlns:a16="http://schemas.microsoft.com/office/drawing/2014/main" id="{05A0F360-5E2B-1313-55AF-9056EF7E8BC2}"/>
              </a:ext>
            </a:extLst>
          </p:cNvPr>
          <p:cNvSpPr>
            <a:spLocks noGrp="1"/>
          </p:cNvSpPr>
          <p:nvPr>
            <p:ph type="body" sz="quarter" idx="14" hasCustomPrompt="1"/>
          </p:nvPr>
        </p:nvSpPr>
        <p:spPr>
          <a:xfrm>
            <a:off x="897656" y="1880997"/>
            <a:ext cx="10396685" cy="193899"/>
          </a:xfrm>
        </p:spPr>
        <p:txBody>
          <a:bodyPr wrap="square" anchor="t" anchorCtr="0">
            <a:noAutofit/>
          </a:bodyPr>
          <a:lstStyle>
            <a:lvl1pPr marL="0" indent="0" algn="l">
              <a:spcBef>
                <a:spcPts val="1200"/>
              </a:spcBef>
              <a:spcAft>
                <a:spcPts val="60"/>
              </a:spcAft>
              <a:buNone/>
              <a:defRPr sz="1400" b="0" i="0" spc="150" baseline="0">
                <a:solidFill>
                  <a:schemeClr val="bg1"/>
                </a:solidFill>
                <a:latin typeface="Aptos" panose="020B0004020202020204" pitchFamily="34" charset="0"/>
                <a:ea typeface="Roboto Light" panose="02000000000000000000" pitchFamily="2" charset="0"/>
              </a:defRPr>
            </a:lvl1pPr>
            <a:lvl2pPr marL="457200" indent="0" algn="ctr">
              <a:buNone/>
              <a:defRPr sz="1400">
                <a:solidFill>
                  <a:schemeClr val="bg1"/>
                </a:solidFill>
              </a:defRPr>
            </a:lvl2pPr>
            <a:lvl3pPr marL="914400" indent="0" algn="ctr">
              <a:buNone/>
              <a:defRPr sz="1400">
                <a:solidFill>
                  <a:schemeClr val="bg1"/>
                </a:solidFill>
              </a:defRPr>
            </a:lvl3pPr>
            <a:lvl4pPr marL="1371600" indent="0" algn="ctr">
              <a:buNone/>
              <a:defRPr sz="1400">
                <a:solidFill>
                  <a:schemeClr val="bg1"/>
                </a:solidFill>
              </a:defRPr>
            </a:lvl4pPr>
            <a:lvl5pPr marL="1828800" indent="0" algn="ctr">
              <a:buNone/>
              <a:defRPr sz="1400">
                <a:solidFill>
                  <a:schemeClr val="bg1"/>
                </a:solidFill>
              </a:defRPr>
            </a:lvl5pPr>
          </a:lstStyle>
          <a:p>
            <a:pPr lvl="0"/>
            <a:r>
              <a:rPr lang="en-US"/>
              <a:t>CLICK TO EDIT MASTER TEXT STYLES</a:t>
            </a:r>
          </a:p>
        </p:txBody>
      </p:sp>
      <p:sp>
        <p:nvSpPr>
          <p:cNvPr id="1964" name="Text Placeholder 1963">
            <a:extLst>
              <a:ext uri="{FF2B5EF4-FFF2-40B4-BE49-F238E27FC236}">
                <a16:creationId xmlns:a16="http://schemas.microsoft.com/office/drawing/2014/main" id="{D8874D39-76D3-2E6D-F8DD-E0676BF138C5}"/>
              </a:ext>
            </a:extLst>
          </p:cNvPr>
          <p:cNvSpPr>
            <a:spLocks noGrp="1"/>
          </p:cNvSpPr>
          <p:nvPr>
            <p:ph type="body" sz="quarter" idx="15"/>
          </p:nvPr>
        </p:nvSpPr>
        <p:spPr>
          <a:xfrm>
            <a:off x="897656" y="4371534"/>
            <a:ext cx="10396685" cy="332399"/>
          </a:xfrm>
        </p:spPr>
        <p:txBody>
          <a:bodyPr wrap="square" anchor="t" anchorCtr="0">
            <a:noAutofit/>
          </a:bodyPr>
          <a:lstStyle>
            <a:lvl1pPr marL="0" indent="0" algn="l">
              <a:spcBef>
                <a:spcPts val="1200"/>
              </a:spcBef>
              <a:spcAft>
                <a:spcPts val="60"/>
              </a:spcAft>
              <a:buNone/>
              <a:defRPr sz="2400" b="0" i="0">
                <a:solidFill>
                  <a:schemeClr val="bg1"/>
                </a:solidFill>
                <a:latin typeface="Aptos" panose="020B0004020202020204" pitchFamily="34" charset="0"/>
                <a:ea typeface="Roboto Light" panose="02000000000000000000" pitchFamily="2" charset="0"/>
              </a:defRPr>
            </a:lvl1pPr>
            <a:lvl2pPr marL="457200" indent="0" algn="ctr">
              <a:buNone/>
              <a:defRPr sz="2400">
                <a:solidFill>
                  <a:schemeClr val="bg1"/>
                </a:solidFill>
              </a:defRPr>
            </a:lvl2pPr>
            <a:lvl3pPr marL="914400" indent="0" algn="ctr">
              <a:buNone/>
              <a:defRPr sz="2400">
                <a:solidFill>
                  <a:schemeClr val="bg1"/>
                </a:solidFill>
              </a:defRPr>
            </a:lvl3pPr>
            <a:lvl4pPr marL="1371600" indent="0" algn="ctr">
              <a:buNone/>
              <a:defRPr sz="2400">
                <a:solidFill>
                  <a:schemeClr val="bg1"/>
                </a:solidFill>
              </a:defRPr>
            </a:lvl4pPr>
            <a:lvl5pPr marL="1828800" indent="0" algn="ctr">
              <a:buNone/>
              <a:defRPr sz="2400">
                <a:solidFill>
                  <a:schemeClr val="bg1"/>
                </a:solidFill>
              </a:defRPr>
            </a:lvl5pPr>
          </a:lstStyle>
          <a:p>
            <a:pPr lvl="0"/>
            <a:r>
              <a:rPr lang="en-US"/>
              <a:t>Click to edit Master text styles</a:t>
            </a:r>
          </a:p>
        </p:txBody>
      </p:sp>
      <p:sp>
        <p:nvSpPr>
          <p:cNvPr id="8" name="Rectangle 7">
            <a:extLst>
              <a:ext uri="{FF2B5EF4-FFF2-40B4-BE49-F238E27FC236}">
                <a16:creationId xmlns:a16="http://schemas.microsoft.com/office/drawing/2014/main" id="{C565AA18-2C89-EB56-1919-13EF35EFFBC8}"/>
              </a:ext>
            </a:extLst>
          </p:cNvPr>
          <p:cNvSpPr/>
          <p:nvPr userDrawn="1"/>
        </p:nvSpPr>
        <p:spPr>
          <a:xfrm>
            <a:off x="897656" y="3793881"/>
            <a:ext cx="854364" cy="71915"/>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Aptos" panose="020B0004020202020204" pitchFamily="34" charset="0"/>
            </a:endParaRPr>
          </a:p>
        </p:txBody>
      </p:sp>
      <p:grpSp>
        <p:nvGrpSpPr>
          <p:cNvPr id="43" name="Group 42">
            <a:extLst>
              <a:ext uri="{FF2B5EF4-FFF2-40B4-BE49-F238E27FC236}">
                <a16:creationId xmlns:a16="http://schemas.microsoft.com/office/drawing/2014/main" id="{D529654C-4DCE-CBB4-4BA7-74D0EC3EB963}"/>
              </a:ext>
            </a:extLst>
          </p:cNvPr>
          <p:cNvGrpSpPr/>
          <p:nvPr userDrawn="1"/>
        </p:nvGrpSpPr>
        <p:grpSpPr>
          <a:xfrm>
            <a:off x="897656" y="6161197"/>
            <a:ext cx="4842685" cy="369332"/>
            <a:chOff x="2384568" y="6419574"/>
            <a:chExt cx="4161723" cy="317398"/>
          </a:xfrm>
        </p:grpSpPr>
        <p:pic>
          <p:nvPicPr>
            <p:cNvPr id="41" name="Graphic 40">
              <a:extLst>
                <a:ext uri="{FF2B5EF4-FFF2-40B4-BE49-F238E27FC236}">
                  <a16:creationId xmlns:a16="http://schemas.microsoft.com/office/drawing/2014/main" id="{1E739D28-04EF-E5F5-AE3E-05983A5739A0}"/>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2384568" y="6424653"/>
              <a:ext cx="1103769" cy="278048"/>
            </a:xfrm>
            <a:prstGeom prst="rect">
              <a:avLst/>
            </a:prstGeom>
          </p:spPr>
        </p:pic>
        <p:sp>
          <p:nvSpPr>
            <p:cNvPr id="42" name="TextBox 41">
              <a:extLst>
                <a:ext uri="{FF2B5EF4-FFF2-40B4-BE49-F238E27FC236}">
                  <a16:creationId xmlns:a16="http://schemas.microsoft.com/office/drawing/2014/main" id="{2BA706AB-C5B5-40F2-B756-AD0F7D731AE5}"/>
                </a:ext>
              </a:extLst>
            </p:cNvPr>
            <p:cNvSpPr txBox="1"/>
            <p:nvPr userDrawn="1"/>
          </p:nvSpPr>
          <p:spPr>
            <a:xfrm>
              <a:off x="3588247" y="6419574"/>
              <a:ext cx="2958044" cy="317398"/>
            </a:xfrm>
            <a:prstGeom prst="rect">
              <a:avLst/>
            </a:prstGeom>
            <a:noFill/>
          </p:spPr>
          <p:txBody>
            <a:bodyPr wrap="square" rtlCol="0">
              <a:spAutoFit/>
            </a:bodyPr>
            <a:lstStyle/>
            <a:p>
              <a:r>
                <a:rPr lang="en-US" sz="900" b="0">
                  <a:solidFill>
                    <a:schemeClr val="bg1"/>
                  </a:solidFill>
                  <a:latin typeface="Aptos" panose="020B0004020202020204" pitchFamily="34" charset="0"/>
                  <a:ea typeface="Roboto" panose="02000000000000000000" pitchFamily="2" charset="0"/>
                </a:rPr>
                <a:t>ORNL IS MANAGED BY UT-BATTELLE LLC </a:t>
              </a:r>
              <a:br>
                <a:rPr lang="en-US" sz="900" b="0">
                  <a:solidFill>
                    <a:schemeClr val="bg1"/>
                  </a:solidFill>
                  <a:latin typeface="Aptos" panose="020B0004020202020204" pitchFamily="34" charset="0"/>
                  <a:ea typeface="Roboto" panose="02000000000000000000" pitchFamily="2" charset="0"/>
                </a:rPr>
              </a:br>
              <a:r>
                <a:rPr lang="en-US" sz="900" b="0">
                  <a:solidFill>
                    <a:schemeClr val="bg1"/>
                  </a:solidFill>
                  <a:latin typeface="Aptos" panose="020B0004020202020204" pitchFamily="34" charset="0"/>
                  <a:ea typeface="Roboto" panose="02000000000000000000" pitchFamily="2" charset="0"/>
                </a:rPr>
                <a:t>FOR THE US DEPARTMENT OF ENERGY</a:t>
              </a:r>
            </a:p>
          </p:txBody>
        </p:sp>
      </p:grpSp>
      <p:sp>
        <p:nvSpPr>
          <p:cNvPr id="48" name="Text Placeholder 47">
            <a:extLst>
              <a:ext uri="{FF2B5EF4-FFF2-40B4-BE49-F238E27FC236}">
                <a16:creationId xmlns:a16="http://schemas.microsoft.com/office/drawing/2014/main" id="{894AF511-2F91-5CEA-AAAB-75308FF6C4DB}"/>
              </a:ext>
            </a:extLst>
          </p:cNvPr>
          <p:cNvSpPr>
            <a:spLocks noGrp="1"/>
          </p:cNvSpPr>
          <p:nvPr>
            <p:ph type="body" sz="quarter" idx="17"/>
          </p:nvPr>
        </p:nvSpPr>
        <p:spPr>
          <a:xfrm>
            <a:off x="897656" y="4881013"/>
            <a:ext cx="10396685" cy="246221"/>
          </a:xfrm>
        </p:spPr>
        <p:txBody>
          <a:bodyPr wrap="square" anchor="t" anchorCtr="0">
            <a:noAutofit/>
          </a:bodyPr>
          <a:lstStyle>
            <a:lvl1pPr marL="0" indent="0" algn="l">
              <a:lnSpc>
                <a:spcPct val="100000"/>
              </a:lnSpc>
              <a:spcBef>
                <a:spcPts val="1200"/>
              </a:spcBef>
              <a:spcAft>
                <a:spcPts val="60"/>
              </a:spcAft>
              <a:buNone/>
              <a:defRPr sz="1600" b="0" i="0">
                <a:solidFill>
                  <a:schemeClr val="bg1"/>
                </a:solidFill>
                <a:latin typeface="Aptos" panose="020B0004020202020204" pitchFamily="34" charset="0"/>
                <a:ea typeface="Roboto Light" panose="02000000000000000000" pitchFamily="2" charset="0"/>
              </a:defRPr>
            </a:lvl1pPr>
            <a:lvl2pPr marL="457200" indent="0" algn="ctr">
              <a:buNone/>
              <a:defRPr sz="1600" b="0" i="0">
                <a:solidFill>
                  <a:schemeClr val="bg1"/>
                </a:solidFill>
                <a:latin typeface="Roboto Light" panose="02000000000000000000" pitchFamily="2" charset="0"/>
                <a:ea typeface="Roboto Light" panose="02000000000000000000" pitchFamily="2" charset="0"/>
              </a:defRPr>
            </a:lvl2pPr>
            <a:lvl3pPr marL="914400" indent="0" algn="ctr">
              <a:buNone/>
              <a:defRPr sz="1600" b="0" i="0">
                <a:solidFill>
                  <a:schemeClr val="bg1"/>
                </a:solidFill>
                <a:latin typeface="Roboto Light" panose="02000000000000000000" pitchFamily="2" charset="0"/>
                <a:ea typeface="Roboto Light" panose="02000000000000000000" pitchFamily="2" charset="0"/>
              </a:defRPr>
            </a:lvl3pPr>
            <a:lvl4pPr marL="1371600" indent="0" algn="ctr">
              <a:buNone/>
              <a:defRPr sz="1600" b="0" i="0">
                <a:solidFill>
                  <a:schemeClr val="bg1"/>
                </a:solidFill>
                <a:latin typeface="Roboto Light" panose="02000000000000000000" pitchFamily="2" charset="0"/>
                <a:ea typeface="Roboto Light" panose="02000000000000000000" pitchFamily="2" charset="0"/>
              </a:defRPr>
            </a:lvl4pPr>
            <a:lvl5pPr marL="1828800" indent="0" algn="ctr">
              <a:buNone/>
              <a:defRPr sz="1600" b="0" i="0">
                <a:solidFill>
                  <a:schemeClr val="bg1"/>
                </a:solidFill>
                <a:latin typeface="Roboto Light" panose="02000000000000000000" pitchFamily="2" charset="0"/>
                <a:ea typeface="Roboto Light" panose="02000000000000000000" pitchFamily="2" charset="0"/>
              </a:defRPr>
            </a:lvl5pPr>
          </a:lstStyle>
          <a:p>
            <a:pPr lvl="0"/>
            <a:r>
              <a:rPr lang="en-US"/>
              <a:t>Click to edit Master text styles</a:t>
            </a:r>
          </a:p>
        </p:txBody>
      </p:sp>
      <p:pic>
        <p:nvPicPr>
          <p:cNvPr id="4" name="Graphic 3">
            <a:extLst>
              <a:ext uri="{FF2B5EF4-FFF2-40B4-BE49-F238E27FC236}">
                <a16:creationId xmlns:a16="http://schemas.microsoft.com/office/drawing/2014/main" id="{D32A73F0-167E-610D-E038-566618F01F9F}"/>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928070" y="783630"/>
            <a:ext cx="1780479" cy="428014"/>
          </a:xfrm>
          <a:prstGeom prst="rect">
            <a:avLst/>
          </a:prstGeom>
        </p:spPr>
      </p:pic>
    </p:spTree>
    <p:extLst>
      <p:ext uri="{BB962C8B-B14F-4D97-AF65-F5344CB8AC3E}">
        <p14:creationId xmlns:p14="http://schemas.microsoft.com/office/powerpoint/2010/main" val="2676942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Agenda">
    <p:spTree>
      <p:nvGrpSpPr>
        <p:cNvPr id="1" name=""/>
        <p:cNvGrpSpPr/>
        <p:nvPr/>
      </p:nvGrpSpPr>
      <p:grpSpPr>
        <a:xfrm>
          <a:off x="0" y="0"/>
          <a:ext cx="0" cy="0"/>
          <a:chOff x="0" y="0"/>
          <a:chExt cx="0" cy="0"/>
        </a:xfrm>
      </p:grpSpPr>
      <p:sp>
        <p:nvSpPr>
          <p:cNvPr id="8" name="Freeform 7">
            <a:extLst>
              <a:ext uri="{FF2B5EF4-FFF2-40B4-BE49-F238E27FC236}">
                <a16:creationId xmlns:a16="http://schemas.microsoft.com/office/drawing/2014/main" id="{A0731A8F-A5F9-DD23-C897-CABCBA301C32}"/>
              </a:ext>
            </a:extLst>
          </p:cNvPr>
          <p:cNvSpPr/>
          <p:nvPr userDrawn="1"/>
        </p:nvSpPr>
        <p:spPr>
          <a:xfrm>
            <a:off x="0" y="2874040"/>
            <a:ext cx="12192000" cy="3983959"/>
          </a:xfrm>
          <a:custGeom>
            <a:avLst/>
            <a:gdLst>
              <a:gd name="connsiteX0" fmla="*/ 0 w 12192000"/>
              <a:gd name="connsiteY0" fmla="*/ 0 h 3728466"/>
              <a:gd name="connsiteX1" fmla="*/ 12192000 w 12192000"/>
              <a:gd name="connsiteY1" fmla="*/ 0 h 3728466"/>
              <a:gd name="connsiteX2" fmla="*/ 12192000 w 12192000"/>
              <a:gd name="connsiteY2" fmla="*/ 3728466 h 3728466"/>
              <a:gd name="connsiteX3" fmla="*/ 0 w 12192000"/>
              <a:gd name="connsiteY3" fmla="*/ 3728466 h 3728466"/>
            </a:gdLst>
            <a:ahLst/>
            <a:cxnLst>
              <a:cxn ang="0">
                <a:pos x="connsiteX0" y="connsiteY0"/>
              </a:cxn>
              <a:cxn ang="0">
                <a:pos x="connsiteX1" y="connsiteY1"/>
              </a:cxn>
              <a:cxn ang="0">
                <a:pos x="connsiteX2" y="connsiteY2"/>
              </a:cxn>
              <a:cxn ang="0">
                <a:pos x="connsiteX3" y="connsiteY3"/>
              </a:cxn>
            </a:cxnLst>
            <a:rect l="l" t="t" r="r" b="b"/>
            <a:pathLst>
              <a:path w="12192000" h="3728466">
                <a:moveTo>
                  <a:pt x="0" y="0"/>
                </a:moveTo>
                <a:lnTo>
                  <a:pt x="12192000" y="0"/>
                </a:lnTo>
                <a:lnTo>
                  <a:pt x="12192000" y="3728466"/>
                </a:lnTo>
                <a:lnTo>
                  <a:pt x="0" y="3728466"/>
                </a:lnTo>
                <a:close/>
              </a:path>
            </a:pathLst>
          </a:custGeom>
          <a:solidFill>
            <a:schemeClr val="tx2"/>
          </a:solidFill>
          <a:ln w="0" cap="flat">
            <a:noFill/>
            <a:prstDash val="solid"/>
            <a:miter/>
          </a:ln>
        </p:spPr>
        <p:txBody>
          <a:bodyPr rtlCol="0" anchor="ctr"/>
          <a:lstStyle/>
          <a:p>
            <a:endParaRPr lang="en-US"/>
          </a:p>
        </p:txBody>
      </p:sp>
      <p:sp>
        <p:nvSpPr>
          <p:cNvPr id="361" name="Picture Placeholder 360">
            <a:extLst>
              <a:ext uri="{FF2B5EF4-FFF2-40B4-BE49-F238E27FC236}">
                <a16:creationId xmlns:a16="http://schemas.microsoft.com/office/drawing/2014/main" id="{BDA3E75D-82B9-D08B-2F03-A683518AC717}"/>
              </a:ext>
            </a:extLst>
          </p:cNvPr>
          <p:cNvSpPr>
            <a:spLocks noGrp="1"/>
          </p:cNvSpPr>
          <p:nvPr>
            <p:ph type="pic" sz="quarter" idx="12"/>
          </p:nvPr>
        </p:nvSpPr>
        <p:spPr>
          <a:xfrm>
            <a:off x="1728968" y="1647919"/>
            <a:ext cx="2393950" cy="2393950"/>
          </a:xfrm>
          <a:solidFill>
            <a:schemeClr val="bg2"/>
          </a:solidFill>
        </p:spPr>
        <p:txBody>
          <a:bodyPr/>
          <a:lstStyle/>
          <a:p>
            <a:r>
              <a:rPr lang="en-US"/>
              <a:t>Click icon to add picture</a:t>
            </a:r>
          </a:p>
        </p:txBody>
      </p:sp>
      <p:sp>
        <p:nvSpPr>
          <p:cNvPr id="362" name="Picture Placeholder 360">
            <a:extLst>
              <a:ext uri="{FF2B5EF4-FFF2-40B4-BE49-F238E27FC236}">
                <a16:creationId xmlns:a16="http://schemas.microsoft.com/office/drawing/2014/main" id="{B61B4DFE-D0E9-B57A-176A-09A1C664C95C}"/>
              </a:ext>
            </a:extLst>
          </p:cNvPr>
          <p:cNvSpPr>
            <a:spLocks noGrp="1"/>
          </p:cNvSpPr>
          <p:nvPr>
            <p:ph type="pic" sz="quarter" idx="13"/>
          </p:nvPr>
        </p:nvSpPr>
        <p:spPr>
          <a:xfrm>
            <a:off x="4899025" y="1654993"/>
            <a:ext cx="2393950" cy="2393950"/>
          </a:xfrm>
          <a:solidFill>
            <a:schemeClr val="bg2"/>
          </a:solidFill>
        </p:spPr>
        <p:txBody>
          <a:bodyPr/>
          <a:lstStyle/>
          <a:p>
            <a:r>
              <a:rPr lang="en-US"/>
              <a:t>Click icon to add picture</a:t>
            </a:r>
          </a:p>
        </p:txBody>
      </p:sp>
      <p:sp>
        <p:nvSpPr>
          <p:cNvPr id="363" name="Picture Placeholder 360">
            <a:extLst>
              <a:ext uri="{FF2B5EF4-FFF2-40B4-BE49-F238E27FC236}">
                <a16:creationId xmlns:a16="http://schemas.microsoft.com/office/drawing/2014/main" id="{174E554B-4BD8-EF29-58CE-4FB93A18B3CF}"/>
              </a:ext>
            </a:extLst>
          </p:cNvPr>
          <p:cNvSpPr>
            <a:spLocks noGrp="1"/>
          </p:cNvSpPr>
          <p:nvPr>
            <p:ph type="pic" sz="quarter" idx="14"/>
          </p:nvPr>
        </p:nvSpPr>
        <p:spPr>
          <a:xfrm>
            <a:off x="8058997" y="1677066"/>
            <a:ext cx="2393950" cy="2393950"/>
          </a:xfrm>
          <a:solidFill>
            <a:schemeClr val="bg2"/>
          </a:solidFill>
        </p:spPr>
        <p:txBody>
          <a:bodyPr/>
          <a:lstStyle/>
          <a:p>
            <a:r>
              <a:rPr lang="en-US"/>
              <a:t>Click icon to add picture</a:t>
            </a:r>
          </a:p>
        </p:txBody>
      </p:sp>
      <p:sp>
        <p:nvSpPr>
          <p:cNvPr id="7" name="Title 6">
            <a:extLst>
              <a:ext uri="{FF2B5EF4-FFF2-40B4-BE49-F238E27FC236}">
                <a16:creationId xmlns:a16="http://schemas.microsoft.com/office/drawing/2014/main" id="{6E6634D6-1ACC-26AC-A117-291B7F184582}"/>
              </a:ext>
            </a:extLst>
          </p:cNvPr>
          <p:cNvSpPr>
            <a:spLocks noGrp="1"/>
          </p:cNvSpPr>
          <p:nvPr>
            <p:ph type="title" hasCustomPrompt="1"/>
          </p:nvPr>
        </p:nvSpPr>
        <p:spPr>
          <a:xfrm>
            <a:off x="314692" y="365125"/>
            <a:ext cx="11492432" cy="886397"/>
          </a:xfrm>
        </p:spPr>
        <p:txBody>
          <a:bodyPr>
            <a:noAutofit/>
          </a:bodyPr>
          <a:lstStyle/>
          <a:p>
            <a:r>
              <a:rPr lang="en-US"/>
              <a:t>One-sentence headline with the main takeaway message </a:t>
            </a:r>
            <a:br>
              <a:rPr lang="en-US"/>
            </a:br>
            <a:r>
              <a:rPr lang="en-US"/>
              <a:t>for the slide; no longer than two lines</a:t>
            </a:r>
          </a:p>
        </p:txBody>
      </p:sp>
      <p:sp>
        <p:nvSpPr>
          <p:cNvPr id="3" name="Rectangle 6">
            <a:extLst>
              <a:ext uri="{FF2B5EF4-FFF2-40B4-BE49-F238E27FC236}">
                <a16:creationId xmlns:a16="http://schemas.microsoft.com/office/drawing/2014/main" id="{AB6D4833-11C2-F073-A788-EE5CF0875463}"/>
              </a:ext>
            </a:extLst>
          </p:cNvPr>
          <p:cNvSpPr>
            <a:spLocks noChangeArrowheads="1"/>
          </p:cNvSpPr>
          <p:nvPr userDrawn="1"/>
        </p:nvSpPr>
        <p:spPr bwMode="auto">
          <a:xfrm flipH="1">
            <a:off x="11526723" y="6576851"/>
            <a:ext cx="280401" cy="152400"/>
          </a:xfrm>
          <a:prstGeom prst="rect">
            <a:avLst/>
          </a:prstGeom>
          <a:noFill/>
          <a:ln w="9525">
            <a:noFill/>
            <a:miter lim="800000"/>
            <a:headEnd/>
            <a:tailEnd/>
          </a:ln>
          <a:effectLst/>
        </p:spPr>
        <p:txBody>
          <a:bodyPr lIns="0" tIns="0" rIns="0" bIns="0"/>
          <a:lstStyle/>
          <a:p>
            <a:pPr algn="ctr" defTabSz="173038">
              <a:lnSpc>
                <a:spcPct val="90000"/>
              </a:lnSpc>
              <a:tabLst>
                <a:tab pos="230188" algn="l"/>
              </a:tabLst>
              <a:defRPr/>
            </a:pPr>
            <a:fld id="{040BB257-551A-4736-B50F-DCF1BA034C06}" type="slidenum">
              <a:rPr lang="en-US" sz="1000" smtClean="0">
                <a:solidFill>
                  <a:schemeClr val="bg1"/>
                </a:solidFill>
                <a:latin typeface="Roboto" panose="02000000000000000000" pitchFamily="2" charset="0"/>
                <a:ea typeface="Roboto" panose="02000000000000000000" pitchFamily="2" charset="0"/>
                <a:cs typeface="Times New Roman" panose="02020603050405020304" pitchFamily="18" charset="0"/>
              </a:rPr>
              <a:pPr algn="ctr" defTabSz="173038">
                <a:lnSpc>
                  <a:spcPct val="90000"/>
                </a:lnSpc>
                <a:tabLst>
                  <a:tab pos="230188" algn="l"/>
                </a:tabLst>
                <a:defRPr/>
              </a:pPr>
              <a:t>‹#›</a:t>
            </a:fld>
            <a:endParaRPr lang="en-US" sz="1000">
              <a:solidFill>
                <a:schemeClr val="bg1"/>
              </a:solidFill>
              <a:latin typeface="Roboto" panose="02000000000000000000" pitchFamily="2" charset="0"/>
              <a:ea typeface="Roboto" panose="02000000000000000000" pitchFamily="2" charset="0"/>
              <a:cs typeface="Times New Roman" panose="02020603050405020304" pitchFamily="18" charset="0"/>
            </a:endParaRPr>
          </a:p>
        </p:txBody>
      </p:sp>
      <p:pic>
        <p:nvPicPr>
          <p:cNvPr id="2" name="Graphic 1">
            <a:extLst>
              <a:ext uri="{FF2B5EF4-FFF2-40B4-BE49-F238E27FC236}">
                <a16:creationId xmlns:a16="http://schemas.microsoft.com/office/drawing/2014/main" id="{9839855A-2E65-D041-0145-9228A25DEC8C}"/>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14693" y="6431818"/>
            <a:ext cx="1188988" cy="285824"/>
          </a:xfrm>
          <a:prstGeom prst="rect">
            <a:avLst/>
          </a:prstGeom>
        </p:spPr>
      </p:pic>
      <p:sp>
        <p:nvSpPr>
          <p:cNvPr id="9" name="Text Placeholder 364">
            <a:extLst>
              <a:ext uri="{FF2B5EF4-FFF2-40B4-BE49-F238E27FC236}">
                <a16:creationId xmlns:a16="http://schemas.microsoft.com/office/drawing/2014/main" id="{87DB2D28-593F-795D-4528-4F36687F3FCB}"/>
              </a:ext>
            </a:extLst>
          </p:cNvPr>
          <p:cNvSpPr>
            <a:spLocks noGrp="1"/>
          </p:cNvSpPr>
          <p:nvPr>
            <p:ph type="body" sz="quarter" idx="18" hasCustomPrompt="1"/>
          </p:nvPr>
        </p:nvSpPr>
        <p:spPr>
          <a:xfrm>
            <a:off x="1730374" y="4209116"/>
            <a:ext cx="2393950" cy="369332"/>
          </a:xfrm>
        </p:spPr>
        <p:txBody>
          <a:bodyPr tIns="91440" bIns="0">
            <a:noAutofit/>
          </a:bodyPr>
          <a:lstStyle>
            <a:lvl1pPr marL="0" indent="0" algn="ctr">
              <a:buNone/>
              <a:defRPr sz="2000" b="1">
                <a:solidFill>
                  <a:schemeClr val="bg1"/>
                </a:solidFill>
              </a:defRPr>
            </a:lvl1pPr>
            <a:lvl2pPr marL="457200" indent="0" algn="ctr">
              <a:buNone/>
              <a:defRPr sz="2000" b="1">
                <a:solidFill>
                  <a:schemeClr val="bg1"/>
                </a:solidFill>
              </a:defRPr>
            </a:lvl2pPr>
            <a:lvl3pPr marL="914400" indent="0" algn="ctr">
              <a:buNone/>
              <a:defRPr sz="2000" b="1">
                <a:solidFill>
                  <a:schemeClr val="bg1"/>
                </a:solidFill>
              </a:defRPr>
            </a:lvl3pPr>
            <a:lvl4pPr marL="1371600" indent="0" algn="ctr">
              <a:buNone/>
              <a:defRPr sz="2000" b="1">
                <a:solidFill>
                  <a:schemeClr val="bg1"/>
                </a:solidFill>
              </a:defRPr>
            </a:lvl4pPr>
            <a:lvl5pPr marL="1828800" indent="0" algn="ctr">
              <a:buNone/>
              <a:defRPr sz="2000" b="1">
                <a:solidFill>
                  <a:schemeClr val="bg1"/>
                </a:solidFill>
              </a:defRPr>
            </a:lvl5pPr>
          </a:lstStyle>
          <a:p>
            <a:pPr lvl="0"/>
            <a:r>
              <a:rPr lang="en-US"/>
              <a:t>Title of section</a:t>
            </a:r>
          </a:p>
        </p:txBody>
      </p:sp>
      <p:sp>
        <p:nvSpPr>
          <p:cNvPr id="10" name="Text Placeholder 364">
            <a:extLst>
              <a:ext uri="{FF2B5EF4-FFF2-40B4-BE49-F238E27FC236}">
                <a16:creationId xmlns:a16="http://schemas.microsoft.com/office/drawing/2014/main" id="{7376F770-679C-5A79-745B-C16311760FBF}"/>
              </a:ext>
            </a:extLst>
          </p:cNvPr>
          <p:cNvSpPr>
            <a:spLocks noGrp="1"/>
          </p:cNvSpPr>
          <p:nvPr>
            <p:ph type="body" sz="quarter" idx="19" hasCustomPrompt="1"/>
          </p:nvPr>
        </p:nvSpPr>
        <p:spPr>
          <a:xfrm>
            <a:off x="4906516" y="4209116"/>
            <a:ext cx="2393950" cy="369332"/>
          </a:xfrm>
        </p:spPr>
        <p:txBody>
          <a:bodyPr tIns="91440" bIns="0">
            <a:noAutofit/>
          </a:bodyPr>
          <a:lstStyle>
            <a:lvl1pPr marL="0" indent="0" algn="ctr">
              <a:buNone/>
              <a:defRPr sz="2000" b="1">
                <a:solidFill>
                  <a:schemeClr val="bg1"/>
                </a:solidFill>
              </a:defRPr>
            </a:lvl1pPr>
            <a:lvl2pPr marL="457200" indent="0" algn="ctr">
              <a:buNone/>
              <a:defRPr sz="2000" b="1">
                <a:solidFill>
                  <a:schemeClr val="bg1"/>
                </a:solidFill>
              </a:defRPr>
            </a:lvl2pPr>
            <a:lvl3pPr marL="914400" indent="0" algn="ctr">
              <a:buNone/>
              <a:defRPr sz="2000" b="1">
                <a:solidFill>
                  <a:schemeClr val="bg1"/>
                </a:solidFill>
              </a:defRPr>
            </a:lvl3pPr>
            <a:lvl4pPr marL="1371600" indent="0" algn="ctr">
              <a:buNone/>
              <a:defRPr sz="2000" b="1">
                <a:solidFill>
                  <a:schemeClr val="bg1"/>
                </a:solidFill>
              </a:defRPr>
            </a:lvl4pPr>
            <a:lvl5pPr marL="1828800" indent="0" algn="ctr">
              <a:buNone/>
              <a:defRPr sz="2000" b="1">
                <a:solidFill>
                  <a:schemeClr val="bg1"/>
                </a:solidFill>
              </a:defRPr>
            </a:lvl5pPr>
          </a:lstStyle>
          <a:p>
            <a:pPr lvl="0"/>
            <a:r>
              <a:rPr lang="en-US"/>
              <a:t>Title of section</a:t>
            </a:r>
          </a:p>
        </p:txBody>
      </p:sp>
      <p:sp>
        <p:nvSpPr>
          <p:cNvPr id="11" name="Text Placeholder 364">
            <a:extLst>
              <a:ext uri="{FF2B5EF4-FFF2-40B4-BE49-F238E27FC236}">
                <a16:creationId xmlns:a16="http://schemas.microsoft.com/office/drawing/2014/main" id="{BE984742-C45A-DB0D-15F8-E82D7B9C2FC6}"/>
              </a:ext>
            </a:extLst>
          </p:cNvPr>
          <p:cNvSpPr>
            <a:spLocks noGrp="1"/>
          </p:cNvSpPr>
          <p:nvPr>
            <p:ph type="body" sz="quarter" idx="20" hasCustomPrompt="1"/>
          </p:nvPr>
        </p:nvSpPr>
        <p:spPr>
          <a:xfrm>
            <a:off x="8083421" y="4209116"/>
            <a:ext cx="2393950" cy="369332"/>
          </a:xfrm>
        </p:spPr>
        <p:txBody>
          <a:bodyPr tIns="91440" bIns="0">
            <a:noAutofit/>
          </a:bodyPr>
          <a:lstStyle>
            <a:lvl1pPr marL="0" indent="0" algn="ctr">
              <a:buNone/>
              <a:defRPr sz="2000" b="1">
                <a:solidFill>
                  <a:schemeClr val="bg1"/>
                </a:solidFill>
              </a:defRPr>
            </a:lvl1pPr>
            <a:lvl2pPr marL="457200" indent="0" algn="ctr">
              <a:buNone/>
              <a:defRPr sz="2000" b="1">
                <a:solidFill>
                  <a:schemeClr val="bg1"/>
                </a:solidFill>
              </a:defRPr>
            </a:lvl2pPr>
            <a:lvl3pPr marL="914400" indent="0" algn="ctr">
              <a:buNone/>
              <a:defRPr sz="2000" b="1">
                <a:solidFill>
                  <a:schemeClr val="bg1"/>
                </a:solidFill>
              </a:defRPr>
            </a:lvl3pPr>
            <a:lvl4pPr marL="1371600" indent="0" algn="ctr">
              <a:buNone/>
              <a:defRPr sz="2000" b="1">
                <a:solidFill>
                  <a:schemeClr val="bg1"/>
                </a:solidFill>
              </a:defRPr>
            </a:lvl4pPr>
            <a:lvl5pPr marL="1828800" indent="0" algn="ctr">
              <a:buNone/>
              <a:defRPr sz="2000" b="1">
                <a:solidFill>
                  <a:schemeClr val="bg1"/>
                </a:solidFill>
              </a:defRPr>
            </a:lvl5pPr>
          </a:lstStyle>
          <a:p>
            <a:pPr lvl="0"/>
            <a:r>
              <a:rPr lang="en-US"/>
              <a:t>Title of section</a:t>
            </a:r>
          </a:p>
        </p:txBody>
      </p:sp>
    </p:spTree>
    <p:extLst>
      <p:ext uri="{BB962C8B-B14F-4D97-AF65-F5344CB8AC3E}">
        <p14:creationId xmlns:p14="http://schemas.microsoft.com/office/powerpoint/2010/main" val="20681992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Agenda">
    <p:spTree>
      <p:nvGrpSpPr>
        <p:cNvPr id="1" name=""/>
        <p:cNvGrpSpPr/>
        <p:nvPr/>
      </p:nvGrpSpPr>
      <p:grpSpPr>
        <a:xfrm>
          <a:off x="0" y="0"/>
          <a:ext cx="0" cy="0"/>
          <a:chOff x="0" y="0"/>
          <a:chExt cx="0" cy="0"/>
        </a:xfrm>
      </p:grpSpPr>
      <p:sp>
        <p:nvSpPr>
          <p:cNvPr id="124" name="Freeform 123">
            <a:extLst>
              <a:ext uri="{FF2B5EF4-FFF2-40B4-BE49-F238E27FC236}">
                <a16:creationId xmlns:a16="http://schemas.microsoft.com/office/drawing/2014/main" id="{14819B2D-3933-9761-A0E0-F8A47EFAE83C}"/>
              </a:ext>
            </a:extLst>
          </p:cNvPr>
          <p:cNvSpPr/>
          <p:nvPr userDrawn="1"/>
        </p:nvSpPr>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a:solidFill>
            <a:schemeClr val="tx1"/>
          </a:solidFill>
          <a:ln w="0" cap="flat">
            <a:noFill/>
            <a:prstDash val="solid"/>
            <a:miter/>
          </a:ln>
        </p:spPr>
        <p:txBody>
          <a:bodyPr rtlCol="0" anchor="ctr"/>
          <a:lstStyle/>
          <a:p>
            <a:endParaRPr lang="en-US"/>
          </a:p>
        </p:txBody>
      </p:sp>
      <p:sp>
        <p:nvSpPr>
          <p:cNvPr id="4" name="Rectangle 6">
            <a:extLst>
              <a:ext uri="{FF2B5EF4-FFF2-40B4-BE49-F238E27FC236}">
                <a16:creationId xmlns:a16="http://schemas.microsoft.com/office/drawing/2014/main" id="{DAF7721B-92F3-10FF-5A89-459D1C6BA969}"/>
              </a:ext>
            </a:extLst>
          </p:cNvPr>
          <p:cNvSpPr>
            <a:spLocks noChangeArrowheads="1"/>
          </p:cNvSpPr>
          <p:nvPr userDrawn="1"/>
        </p:nvSpPr>
        <p:spPr bwMode="auto">
          <a:xfrm flipH="1">
            <a:off x="11526723" y="6576851"/>
            <a:ext cx="280401" cy="152400"/>
          </a:xfrm>
          <a:prstGeom prst="rect">
            <a:avLst/>
          </a:prstGeom>
          <a:noFill/>
          <a:ln w="9525">
            <a:noFill/>
            <a:miter lim="800000"/>
            <a:headEnd/>
            <a:tailEnd/>
          </a:ln>
          <a:effectLst/>
        </p:spPr>
        <p:txBody>
          <a:bodyPr lIns="0" tIns="0" rIns="0" bIns="0"/>
          <a:lstStyle/>
          <a:p>
            <a:pPr algn="ctr" defTabSz="173038">
              <a:lnSpc>
                <a:spcPct val="90000"/>
              </a:lnSpc>
              <a:tabLst>
                <a:tab pos="230188" algn="l"/>
              </a:tabLst>
              <a:defRPr/>
            </a:pPr>
            <a:fld id="{040BB257-551A-4736-B50F-DCF1BA034C06}" type="slidenum">
              <a:rPr lang="en-US" sz="1000" smtClean="0">
                <a:solidFill>
                  <a:schemeClr val="bg1"/>
                </a:solidFill>
                <a:latin typeface="Roboto" panose="02000000000000000000" pitchFamily="2" charset="0"/>
                <a:ea typeface="Roboto" panose="02000000000000000000" pitchFamily="2" charset="0"/>
                <a:cs typeface="Times New Roman" panose="02020603050405020304" pitchFamily="18" charset="0"/>
              </a:rPr>
              <a:pPr algn="ctr" defTabSz="173038">
                <a:lnSpc>
                  <a:spcPct val="90000"/>
                </a:lnSpc>
                <a:tabLst>
                  <a:tab pos="230188" algn="l"/>
                </a:tabLst>
                <a:defRPr/>
              </a:pPr>
              <a:t>‹#›</a:t>
            </a:fld>
            <a:endParaRPr lang="en-US" sz="1000">
              <a:solidFill>
                <a:schemeClr val="bg1"/>
              </a:solidFill>
              <a:latin typeface="Roboto" panose="02000000000000000000" pitchFamily="2" charset="0"/>
              <a:ea typeface="Roboto" panose="02000000000000000000" pitchFamily="2" charset="0"/>
              <a:cs typeface="Times New Roman" panose="02020603050405020304" pitchFamily="18" charset="0"/>
            </a:endParaRPr>
          </a:p>
        </p:txBody>
      </p:sp>
      <p:pic>
        <p:nvPicPr>
          <p:cNvPr id="3" name="Graphic 2">
            <a:extLst>
              <a:ext uri="{FF2B5EF4-FFF2-40B4-BE49-F238E27FC236}">
                <a16:creationId xmlns:a16="http://schemas.microsoft.com/office/drawing/2014/main" id="{0FD5FAFE-F099-74C8-600F-3FEE5ACA26C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14693" y="6431818"/>
            <a:ext cx="1188988" cy="285824"/>
          </a:xfrm>
          <a:prstGeom prst="rect">
            <a:avLst/>
          </a:prstGeom>
        </p:spPr>
      </p:pic>
      <p:sp>
        <p:nvSpPr>
          <p:cNvPr id="9" name="Title 1">
            <a:extLst>
              <a:ext uri="{FF2B5EF4-FFF2-40B4-BE49-F238E27FC236}">
                <a16:creationId xmlns:a16="http://schemas.microsoft.com/office/drawing/2014/main" id="{F127BAF7-7A03-B6B3-4688-2EC146E8747D}"/>
              </a:ext>
            </a:extLst>
          </p:cNvPr>
          <p:cNvSpPr>
            <a:spLocks noGrp="1"/>
          </p:cNvSpPr>
          <p:nvPr>
            <p:ph type="title" hasCustomPrompt="1"/>
          </p:nvPr>
        </p:nvSpPr>
        <p:spPr>
          <a:xfrm>
            <a:off x="314692" y="365125"/>
            <a:ext cx="11492432" cy="886397"/>
          </a:xfrm>
        </p:spPr>
        <p:txBody>
          <a:bodyPr>
            <a:noAutofit/>
          </a:bodyPr>
          <a:lstStyle>
            <a:lvl1pPr>
              <a:defRPr>
                <a:solidFill>
                  <a:schemeClr val="bg1"/>
                </a:solidFill>
              </a:defRPr>
            </a:lvl1pPr>
          </a:lstStyle>
          <a:p>
            <a:r>
              <a:rPr lang="en-US"/>
              <a:t>One-sentence headline with the main takeaway message </a:t>
            </a:r>
            <a:br>
              <a:rPr lang="en-US"/>
            </a:br>
            <a:r>
              <a:rPr lang="en-US"/>
              <a:t>for the slide; no longer than two lines</a:t>
            </a:r>
          </a:p>
        </p:txBody>
      </p:sp>
      <p:sp>
        <p:nvSpPr>
          <p:cNvPr id="5" name="Rectangle 4">
            <a:extLst>
              <a:ext uri="{FF2B5EF4-FFF2-40B4-BE49-F238E27FC236}">
                <a16:creationId xmlns:a16="http://schemas.microsoft.com/office/drawing/2014/main" id="{81C9F7CA-63AC-1736-17E3-F8C40F6055EC}"/>
              </a:ext>
            </a:extLst>
          </p:cNvPr>
          <p:cNvSpPr/>
          <p:nvPr userDrawn="1"/>
        </p:nvSpPr>
        <p:spPr>
          <a:xfrm>
            <a:off x="1963516" y="1371576"/>
            <a:ext cx="1743982" cy="1485470"/>
          </a:xfrm>
          <a:prstGeom prst="rect">
            <a:avLst/>
          </a:prstGeom>
          <a:solidFill>
            <a:schemeClr val="accent4"/>
          </a:solidFill>
          <a:ln w="4048" cap="flat">
            <a:noFill/>
            <a:prstDash val="solid"/>
            <a:miter/>
          </a:ln>
        </p:spPr>
        <p:txBody>
          <a:bodyPr lIns="164592" rtlCol="0" anchor="ctr"/>
          <a:lstStyle/>
          <a:p>
            <a:pPr marL="0" indent="0">
              <a:lnSpc>
                <a:spcPct val="90000"/>
              </a:lnSpc>
              <a:spcBef>
                <a:spcPts val="1200"/>
              </a:spcBef>
              <a:spcAft>
                <a:spcPts val="60"/>
              </a:spcAft>
              <a:buNone/>
            </a:pPr>
            <a:endParaRPr lang="en-US" b="1">
              <a:solidFill>
                <a:schemeClr val="bg1"/>
              </a:solidFill>
            </a:endParaRPr>
          </a:p>
        </p:txBody>
      </p:sp>
      <p:sp>
        <p:nvSpPr>
          <p:cNvPr id="7" name="Rectangle 6">
            <a:extLst>
              <a:ext uri="{FF2B5EF4-FFF2-40B4-BE49-F238E27FC236}">
                <a16:creationId xmlns:a16="http://schemas.microsoft.com/office/drawing/2014/main" id="{E874D3E8-F858-C461-E97C-68927EB71CC6}"/>
              </a:ext>
            </a:extLst>
          </p:cNvPr>
          <p:cNvSpPr/>
          <p:nvPr userDrawn="1"/>
        </p:nvSpPr>
        <p:spPr>
          <a:xfrm>
            <a:off x="3707492" y="3038912"/>
            <a:ext cx="1743982" cy="1485470"/>
          </a:xfrm>
          <a:prstGeom prst="rect">
            <a:avLst/>
          </a:prstGeom>
          <a:solidFill>
            <a:schemeClr val="accent5"/>
          </a:solidFill>
          <a:ln w="4048" cap="flat">
            <a:noFill/>
            <a:prstDash val="solid"/>
            <a:miter/>
          </a:ln>
        </p:spPr>
        <p:txBody>
          <a:bodyPr lIns="164592" rtlCol="0" anchor="ctr">
            <a:noAutofit/>
          </a:bodyPr>
          <a:lstStyle/>
          <a:p>
            <a:pPr marL="0" indent="0">
              <a:lnSpc>
                <a:spcPct val="90000"/>
              </a:lnSpc>
              <a:spcBef>
                <a:spcPts val="1200"/>
              </a:spcBef>
              <a:spcAft>
                <a:spcPts val="60"/>
              </a:spcAft>
              <a:buNone/>
            </a:pPr>
            <a:endParaRPr lang="en-US">
              <a:solidFill>
                <a:schemeClr val="bg1"/>
              </a:solidFill>
            </a:endParaRPr>
          </a:p>
        </p:txBody>
      </p:sp>
      <p:sp>
        <p:nvSpPr>
          <p:cNvPr id="11" name="Rectangle 10">
            <a:extLst>
              <a:ext uri="{FF2B5EF4-FFF2-40B4-BE49-F238E27FC236}">
                <a16:creationId xmlns:a16="http://schemas.microsoft.com/office/drawing/2014/main" id="{5AE38164-6148-444B-7F01-D298BA0E2AB8}"/>
              </a:ext>
            </a:extLst>
          </p:cNvPr>
          <p:cNvSpPr/>
          <p:nvPr userDrawn="1"/>
        </p:nvSpPr>
        <p:spPr>
          <a:xfrm>
            <a:off x="5452154" y="4708229"/>
            <a:ext cx="1743982" cy="1485470"/>
          </a:xfrm>
          <a:prstGeom prst="rect">
            <a:avLst/>
          </a:prstGeom>
          <a:solidFill>
            <a:schemeClr val="bg2"/>
          </a:solidFill>
          <a:ln w="4048" cap="flat">
            <a:noFill/>
            <a:prstDash val="solid"/>
            <a:miter/>
          </a:ln>
        </p:spPr>
        <p:txBody>
          <a:bodyPr lIns="164592" rtlCol="0" anchor="ctr"/>
          <a:lstStyle/>
          <a:p>
            <a:pPr marL="0" indent="0">
              <a:lnSpc>
                <a:spcPct val="90000"/>
              </a:lnSpc>
              <a:spcBef>
                <a:spcPts val="1200"/>
              </a:spcBef>
              <a:spcAft>
                <a:spcPts val="60"/>
              </a:spcAft>
              <a:buNone/>
            </a:pPr>
            <a:endParaRPr lang="en-US">
              <a:solidFill>
                <a:schemeClr val="bg1"/>
              </a:solidFill>
            </a:endParaRPr>
          </a:p>
        </p:txBody>
      </p:sp>
      <p:sp>
        <p:nvSpPr>
          <p:cNvPr id="17" name="Picture Placeholder 122">
            <a:extLst>
              <a:ext uri="{FF2B5EF4-FFF2-40B4-BE49-F238E27FC236}">
                <a16:creationId xmlns:a16="http://schemas.microsoft.com/office/drawing/2014/main" id="{87D78755-2DCD-D8CC-0E1B-26B8798C9E36}"/>
              </a:ext>
            </a:extLst>
          </p:cNvPr>
          <p:cNvSpPr>
            <a:spLocks noGrp="1"/>
          </p:cNvSpPr>
          <p:nvPr>
            <p:ph type="pic" sz="quarter" idx="15"/>
          </p:nvPr>
        </p:nvSpPr>
        <p:spPr>
          <a:xfrm>
            <a:off x="3707498" y="1371575"/>
            <a:ext cx="3075236" cy="1485329"/>
          </a:xfrm>
          <a:solidFill>
            <a:schemeClr val="bg2"/>
          </a:solidFill>
        </p:spPr>
        <p:txBody>
          <a:bodyPr/>
          <a:lstStyle/>
          <a:p>
            <a:r>
              <a:rPr lang="en-US"/>
              <a:t>Click icon to add picture</a:t>
            </a:r>
          </a:p>
        </p:txBody>
      </p:sp>
      <p:sp>
        <p:nvSpPr>
          <p:cNvPr id="22" name="Text Placeholder 21">
            <a:extLst>
              <a:ext uri="{FF2B5EF4-FFF2-40B4-BE49-F238E27FC236}">
                <a16:creationId xmlns:a16="http://schemas.microsoft.com/office/drawing/2014/main" id="{46CF92BF-DF64-B705-2535-AE3730B97BF6}"/>
              </a:ext>
            </a:extLst>
          </p:cNvPr>
          <p:cNvSpPr>
            <a:spLocks noGrp="1"/>
          </p:cNvSpPr>
          <p:nvPr>
            <p:ph type="body" sz="quarter" idx="20" hasCustomPrompt="1"/>
          </p:nvPr>
        </p:nvSpPr>
        <p:spPr>
          <a:xfrm>
            <a:off x="1962830" y="1371005"/>
            <a:ext cx="1744662" cy="1485900"/>
          </a:xfrm>
        </p:spPr>
        <p:txBody>
          <a:bodyPr lIns="91440" tIns="182880" rIns="91440" bIns="182880">
            <a:noAutofit/>
          </a:bodyPr>
          <a:lstStyle>
            <a:lvl1pPr marL="0" indent="0" algn="l">
              <a:buNone/>
              <a:defRPr sz="1800" b="0">
                <a:solidFill>
                  <a:schemeClr val="tx1"/>
                </a:solidFill>
              </a:defRPr>
            </a:lvl1pPr>
            <a:lvl2pPr marL="457200" indent="0">
              <a:buNone/>
              <a:defRPr sz="1600">
                <a:solidFill>
                  <a:schemeClr val="bg1"/>
                </a:solidFill>
              </a:defRPr>
            </a:lvl2pPr>
            <a:lvl3pPr marL="914400" indent="0">
              <a:buNone/>
              <a:defRPr sz="1600">
                <a:solidFill>
                  <a:schemeClr val="bg1"/>
                </a:solidFill>
              </a:defRPr>
            </a:lvl3pPr>
            <a:lvl4pPr marL="1371600" indent="0">
              <a:buNone/>
              <a:defRPr sz="1600">
                <a:solidFill>
                  <a:schemeClr val="bg1"/>
                </a:solidFill>
              </a:defRPr>
            </a:lvl4pPr>
            <a:lvl5pPr marL="1828800" indent="0">
              <a:buNone/>
              <a:defRPr sz="1600">
                <a:solidFill>
                  <a:schemeClr val="bg1"/>
                </a:solidFill>
              </a:defRPr>
            </a:lvl5pPr>
          </a:lstStyle>
          <a:p>
            <a:pPr lvl="0"/>
            <a:r>
              <a:rPr lang="en-US"/>
              <a:t>Title of section</a:t>
            </a:r>
          </a:p>
        </p:txBody>
      </p:sp>
      <p:sp>
        <p:nvSpPr>
          <p:cNvPr id="23" name="Text Placeholder 21">
            <a:extLst>
              <a:ext uri="{FF2B5EF4-FFF2-40B4-BE49-F238E27FC236}">
                <a16:creationId xmlns:a16="http://schemas.microsoft.com/office/drawing/2014/main" id="{310FC7CC-84CC-43A4-5964-07BD10E7DE25}"/>
              </a:ext>
            </a:extLst>
          </p:cNvPr>
          <p:cNvSpPr>
            <a:spLocks noGrp="1"/>
          </p:cNvSpPr>
          <p:nvPr>
            <p:ph type="body" sz="quarter" idx="21" hasCustomPrompt="1"/>
          </p:nvPr>
        </p:nvSpPr>
        <p:spPr>
          <a:xfrm>
            <a:off x="3707492" y="3038912"/>
            <a:ext cx="1744662" cy="1485900"/>
          </a:xfrm>
        </p:spPr>
        <p:txBody>
          <a:bodyPr lIns="91440" tIns="182880" rIns="91440" bIns="182880">
            <a:noAutofit/>
          </a:bodyPr>
          <a:lstStyle>
            <a:lvl1pPr marL="0" indent="0" algn="l">
              <a:buNone/>
              <a:defRPr sz="1800" b="0">
                <a:solidFill>
                  <a:schemeClr val="tx1"/>
                </a:solidFill>
              </a:defRPr>
            </a:lvl1pPr>
            <a:lvl2pPr marL="457200" indent="0">
              <a:buNone/>
              <a:defRPr sz="1600">
                <a:solidFill>
                  <a:schemeClr val="bg1"/>
                </a:solidFill>
              </a:defRPr>
            </a:lvl2pPr>
            <a:lvl3pPr marL="914400" indent="0">
              <a:buNone/>
              <a:defRPr sz="1600">
                <a:solidFill>
                  <a:schemeClr val="bg1"/>
                </a:solidFill>
              </a:defRPr>
            </a:lvl3pPr>
            <a:lvl4pPr marL="1371600" indent="0">
              <a:buNone/>
              <a:defRPr sz="1600">
                <a:solidFill>
                  <a:schemeClr val="bg1"/>
                </a:solidFill>
              </a:defRPr>
            </a:lvl4pPr>
            <a:lvl5pPr marL="1828800" indent="0">
              <a:buNone/>
              <a:defRPr sz="1600">
                <a:solidFill>
                  <a:schemeClr val="bg1"/>
                </a:solidFill>
              </a:defRPr>
            </a:lvl5pPr>
          </a:lstStyle>
          <a:p>
            <a:pPr lvl="0"/>
            <a:r>
              <a:rPr lang="en-US"/>
              <a:t>Title of section</a:t>
            </a:r>
          </a:p>
        </p:txBody>
      </p:sp>
      <p:sp>
        <p:nvSpPr>
          <p:cNvPr id="24" name="Text Placeholder 21">
            <a:extLst>
              <a:ext uri="{FF2B5EF4-FFF2-40B4-BE49-F238E27FC236}">
                <a16:creationId xmlns:a16="http://schemas.microsoft.com/office/drawing/2014/main" id="{AD641646-00A1-FBA9-C51B-B35A8988EB0A}"/>
              </a:ext>
            </a:extLst>
          </p:cNvPr>
          <p:cNvSpPr>
            <a:spLocks noGrp="1"/>
          </p:cNvSpPr>
          <p:nvPr>
            <p:ph type="body" sz="quarter" idx="22" hasCustomPrompt="1"/>
          </p:nvPr>
        </p:nvSpPr>
        <p:spPr>
          <a:xfrm>
            <a:off x="5451474" y="4708229"/>
            <a:ext cx="1744662" cy="1485900"/>
          </a:xfrm>
        </p:spPr>
        <p:txBody>
          <a:bodyPr lIns="91440" tIns="182880" rIns="91440" bIns="182880">
            <a:noAutofit/>
          </a:bodyPr>
          <a:lstStyle>
            <a:lvl1pPr marL="0" indent="0" algn="l">
              <a:buNone/>
              <a:defRPr sz="1800" b="0">
                <a:solidFill>
                  <a:schemeClr val="tx1"/>
                </a:solidFill>
              </a:defRPr>
            </a:lvl1pPr>
            <a:lvl2pPr marL="457200" indent="0">
              <a:buNone/>
              <a:defRPr sz="1600">
                <a:solidFill>
                  <a:schemeClr val="bg1"/>
                </a:solidFill>
              </a:defRPr>
            </a:lvl2pPr>
            <a:lvl3pPr marL="914400" indent="0">
              <a:buNone/>
              <a:defRPr sz="1600">
                <a:solidFill>
                  <a:schemeClr val="bg1"/>
                </a:solidFill>
              </a:defRPr>
            </a:lvl3pPr>
            <a:lvl4pPr marL="1371600" indent="0">
              <a:buNone/>
              <a:defRPr sz="1600">
                <a:solidFill>
                  <a:schemeClr val="bg1"/>
                </a:solidFill>
              </a:defRPr>
            </a:lvl4pPr>
            <a:lvl5pPr marL="1828800" indent="0">
              <a:buNone/>
              <a:defRPr sz="1600">
                <a:solidFill>
                  <a:schemeClr val="bg1"/>
                </a:solidFill>
              </a:defRPr>
            </a:lvl5pPr>
          </a:lstStyle>
          <a:p>
            <a:pPr lvl="0"/>
            <a:r>
              <a:rPr lang="en-US"/>
              <a:t>Title of section</a:t>
            </a:r>
          </a:p>
        </p:txBody>
      </p:sp>
      <p:sp>
        <p:nvSpPr>
          <p:cNvPr id="32" name="Picture Placeholder 122">
            <a:extLst>
              <a:ext uri="{FF2B5EF4-FFF2-40B4-BE49-F238E27FC236}">
                <a16:creationId xmlns:a16="http://schemas.microsoft.com/office/drawing/2014/main" id="{A646BC9C-4F8B-B5BA-4137-4E5CE8FA2E83}"/>
              </a:ext>
            </a:extLst>
          </p:cNvPr>
          <p:cNvSpPr>
            <a:spLocks noGrp="1"/>
          </p:cNvSpPr>
          <p:nvPr>
            <p:ph type="pic" sz="quarter" idx="23"/>
          </p:nvPr>
        </p:nvSpPr>
        <p:spPr>
          <a:xfrm>
            <a:off x="5451474" y="3039053"/>
            <a:ext cx="3075236" cy="1485329"/>
          </a:xfrm>
          <a:solidFill>
            <a:schemeClr val="bg2"/>
          </a:solidFill>
        </p:spPr>
        <p:txBody>
          <a:bodyPr/>
          <a:lstStyle/>
          <a:p>
            <a:r>
              <a:rPr lang="en-US"/>
              <a:t>Click icon to add picture</a:t>
            </a:r>
          </a:p>
        </p:txBody>
      </p:sp>
      <p:sp>
        <p:nvSpPr>
          <p:cNvPr id="33" name="Picture Placeholder 122">
            <a:extLst>
              <a:ext uri="{FF2B5EF4-FFF2-40B4-BE49-F238E27FC236}">
                <a16:creationId xmlns:a16="http://schemas.microsoft.com/office/drawing/2014/main" id="{30C68DC1-70B2-C7B0-A2FE-80122E4F85AF}"/>
              </a:ext>
            </a:extLst>
          </p:cNvPr>
          <p:cNvSpPr>
            <a:spLocks noGrp="1"/>
          </p:cNvSpPr>
          <p:nvPr>
            <p:ph type="pic" sz="quarter" idx="24"/>
          </p:nvPr>
        </p:nvSpPr>
        <p:spPr>
          <a:xfrm>
            <a:off x="7196136" y="4707799"/>
            <a:ext cx="3075236" cy="1485329"/>
          </a:xfrm>
          <a:solidFill>
            <a:schemeClr val="bg2"/>
          </a:solidFill>
        </p:spPr>
        <p:txBody>
          <a:bodyPr/>
          <a:lstStyle/>
          <a:p>
            <a:r>
              <a:rPr lang="en-US"/>
              <a:t>Click icon to add picture</a:t>
            </a:r>
          </a:p>
        </p:txBody>
      </p:sp>
    </p:spTree>
    <p:extLst>
      <p:ext uri="{BB962C8B-B14F-4D97-AF65-F5344CB8AC3E}">
        <p14:creationId xmlns:p14="http://schemas.microsoft.com/office/powerpoint/2010/main" val="17830676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Agenda">
    <p:spTree>
      <p:nvGrpSpPr>
        <p:cNvPr id="1" name=""/>
        <p:cNvGrpSpPr/>
        <p:nvPr/>
      </p:nvGrpSpPr>
      <p:grpSpPr>
        <a:xfrm>
          <a:off x="0" y="0"/>
          <a:ext cx="0" cy="0"/>
          <a:chOff x="0" y="0"/>
          <a:chExt cx="0" cy="0"/>
        </a:xfrm>
      </p:grpSpPr>
      <p:sp>
        <p:nvSpPr>
          <p:cNvPr id="124" name="Freeform 123">
            <a:extLst>
              <a:ext uri="{FF2B5EF4-FFF2-40B4-BE49-F238E27FC236}">
                <a16:creationId xmlns:a16="http://schemas.microsoft.com/office/drawing/2014/main" id="{14819B2D-3933-9761-A0E0-F8A47EFAE83C}"/>
              </a:ext>
            </a:extLst>
          </p:cNvPr>
          <p:cNvSpPr/>
          <p:nvPr userDrawn="1"/>
        </p:nvSpPr>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a:solidFill>
            <a:schemeClr val="tx1"/>
          </a:solidFill>
          <a:ln w="0" cap="flat">
            <a:noFill/>
            <a:prstDash val="solid"/>
            <a:miter/>
          </a:ln>
        </p:spPr>
        <p:txBody>
          <a:bodyPr rtlCol="0" anchor="ctr"/>
          <a:lstStyle/>
          <a:p>
            <a:endParaRPr lang="en-US"/>
          </a:p>
        </p:txBody>
      </p:sp>
      <p:sp>
        <p:nvSpPr>
          <p:cNvPr id="4" name="Rectangle 6">
            <a:extLst>
              <a:ext uri="{FF2B5EF4-FFF2-40B4-BE49-F238E27FC236}">
                <a16:creationId xmlns:a16="http://schemas.microsoft.com/office/drawing/2014/main" id="{DAF7721B-92F3-10FF-5A89-459D1C6BA969}"/>
              </a:ext>
            </a:extLst>
          </p:cNvPr>
          <p:cNvSpPr>
            <a:spLocks noChangeArrowheads="1"/>
          </p:cNvSpPr>
          <p:nvPr userDrawn="1"/>
        </p:nvSpPr>
        <p:spPr bwMode="auto">
          <a:xfrm flipH="1">
            <a:off x="11526723" y="6576851"/>
            <a:ext cx="280401" cy="152400"/>
          </a:xfrm>
          <a:prstGeom prst="rect">
            <a:avLst/>
          </a:prstGeom>
          <a:noFill/>
          <a:ln w="9525">
            <a:noFill/>
            <a:miter lim="800000"/>
            <a:headEnd/>
            <a:tailEnd/>
          </a:ln>
          <a:effectLst/>
        </p:spPr>
        <p:txBody>
          <a:bodyPr lIns="0" tIns="0" rIns="0" bIns="0"/>
          <a:lstStyle/>
          <a:p>
            <a:pPr algn="ctr" defTabSz="173038">
              <a:lnSpc>
                <a:spcPct val="90000"/>
              </a:lnSpc>
              <a:tabLst>
                <a:tab pos="230188" algn="l"/>
              </a:tabLst>
              <a:defRPr/>
            </a:pPr>
            <a:fld id="{040BB257-551A-4736-B50F-DCF1BA034C06}" type="slidenum">
              <a:rPr lang="en-US" sz="1000" smtClean="0">
                <a:solidFill>
                  <a:schemeClr val="bg1"/>
                </a:solidFill>
                <a:latin typeface="Roboto" panose="02000000000000000000" pitchFamily="2" charset="0"/>
                <a:ea typeface="Roboto" panose="02000000000000000000" pitchFamily="2" charset="0"/>
                <a:cs typeface="Times New Roman" panose="02020603050405020304" pitchFamily="18" charset="0"/>
              </a:rPr>
              <a:pPr algn="ctr" defTabSz="173038">
                <a:lnSpc>
                  <a:spcPct val="90000"/>
                </a:lnSpc>
                <a:tabLst>
                  <a:tab pos="230188" algn="l"/>
                </a:tabLst>
                <a:defRPr/>
              </a:pPr>
              <a:t>‹#›</a:t>
            </a:fld>
            <a:endParaRPr lang="en-US" sz="1000">
              <a:solidFill>
                <a:schemeClr val="bg1"/>
              </a:solidFill>
              <a:latin typeface="Roboto" panose="02000000000000000000" pitchFamily="2" charset="0"/>
              <a:ea typeface="Roboto" panose="02000000000000000000" pitchFamily="2" charset="0"/>
              <a:cs typeface="Times New Roman" panose="02020603050405020304" pitchFamily="18" charset="0"/>
            </a:endParaRPr>
          </a:p>
        </p:txBody>
      </p:sp>
      <p:pic>
        <p:nvPicPr>
          <p:cNvPr id="3" name="Graphic 2">
            <a:extLst>
              <a:ext uri="{FF2B5EF4-FFF2-40B4-BE49-F238E27FC236}">
                <a16:creationId xmlns:a16="http://schemas.microsoft.com/office/drawing/2014/main" id="{0FD5FAFE-F099-74C8-600F-3FEE5ACA26C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14693" y="6431818"/>
            <a:ext cx="1188988" cy="285824"/>
          </a:xfrm>
          <a:prstGeom prst="rect">
            <a:avLst/>
          </a:prstGeom>
        </p:spPr>
      </p:pic>
      <p:sp>
        <p:nvSpPr>
          <p:cNvPr id="9" name="Title 1">
            <a:extLst>
              <a:ext uri="{FF2B5EF4-FFF2-40B4-BE49-F238E27FC236}">
                <a16:creationId xmlns:a16="http://schemas.microsoft.com/office/drawing/2014/main" id="{F127BAF7-7A03-B6B3-4688-2EC146E8747D}"/>
              </a:ext>
            </a:extLst>
          </p:cNvPr>
          <p:cNvSpPr>
            <a:spLocks noGrp="1"/>
          </p:cNvSpPr>
          <p:nvPr>
            <p:ph type="title" hasCustomPrompt="1"/>
          </p:nvPr>
        </p:nvSpPr>
        <p:spPr>
          <a:xfrm>
            <a:off x="314692" y="365125"/>
            <a:ext cx="11492432" cy="886397"/>
          </a:xfrm>
        </p:spPr>
        <p:txBody>
          <a:bodyPr>
            <a:noAutofit/>
          </a:bodyPr>
          <a:lstStyle>
            <a:lvl1pPr>
              <a:defRPr>
                <a:solidFill>
                  <a:schemeClr val="bg1"/>
                </a:solidFill>
              </a:defRPr>
            </a:lvl1pPr>
          </a:lstStyle>
          <a:p>
            <a:r>
              <a:rPr lang="en-US"/>
              <a:t>One-sentence headline with the main takeaway message </a:t>
            </a:r>
            <a:br>
              <a:rPr lang="en-US"/>
            </a:br>
            <a:r>
              <a:rPr lang="en-US"/>
              <a:t>for the slide; no longer than two lines</a:t>
            </a:r>
          </a:p>
        </p:txBody>
      </p:sp>
      <p:grpSp>
        <p:nvGrpSpPr>
          <p:cNvPr id="16" name="Group 15">
            <a:extLst>
              <a:ext uri="{FF2B5EF4-FFF2-40B4-BE49-F238E27FC236}">
                <a16:creationId xmlns:a16="http://schemas.microsoft.com/office/drawing/2014/main" id="{515008AE-AF98-3C15-B8F6-60A18A5008F0}"/>
              </a:ext>
            </a:extLst>
          </p:cNvPr>
          <p:cNvGrpSpPr/>
          <p:nvPr userDrawn="1"/>
        </p:nvGrpSpPr>
        <p:grpSpPr>
          <a:xfrm>
            <a:off x="2203979" y="1585463"/>
            <a:ext cx="7815843" cy="4246358"/>
            <a:chOff x="780349" y="1433063"/>
            <a:chExt cx="7815843" cy="4246358"/>
          </a:xfrm>
        </p:grpSpPr>
        <p:sp>
          <p:nvSpPr>
            <p:cNvPr id="2" name="Rectangle 1">
              <a:extLst>
                <a:ext uri="{FF2B5EF4-FFF2-40B4-BE49-F238E27FC236}">
                  <a16:creationId xmlns:a16="http://schemas.microsoft.com/office/drawing/2014/main" id="{87F43B96-1CD3-BB77-5F30-8B178FE868E5}"/>
                </a:ext>
              </a:extLst>
            </p:cNvPr>
            <p:cNvSpPr/>
            <p:nvPr userDrawn="1"/>
          </p:nvSpPr>
          <p:spPr>
            <a:xfrm>
              <a:off x="780349" y="1434305"/>
              <a:ext cx="2274349" cy="1959750"/>
            </a:xfrm>
            <a:prstGeom prst="rect">
              <a:avLst/>
            </a:prstGeom>
            <a:solidFill>
              <a:schemeClr val="accent6"/>
            </a:solidFill>
            <a:ln w="6186" cap="flat">
              <a:noFill/>
              <a:prstDash val="solid"/>
              <a:miter/>
            </a:ln>
          </p:spPr>
          <p:txBody>
            <a:bodyPr lIns="182880" tIns="91440" rIns="182880" bIns="91440" rtlCol="0" anchor="ctr"/>
            <a:lstStyle/>
            <a:p>
              <a:pPr algn="ctr">
                <a:lnSpc>
                  <a:spcPct val="90000"/>
                </a:lnSpc>
                <a:spcBef>
                  <a:spcPts val="1200"/>
                </a:spcBef>
                <a:spcAft>
                  <a:spcPts val="60"/>
                </a:spcAft>
              </a:pPr>
              <a:endParaRPr lang="en-US">
                <a:solidFill>
                  <a:schemeClr val="bg1"/>
                </a:solidFill>
                <a:latin typeface="Roboto" panose="02000000000000000000" pitchFamily="2" charset="0"/>
                <a:ea typeface="Roboto" panose="02000000000000000000" pitchFamily="2" charset="0"/>
              </a:endParaRPr>
            </a:p>
          </p:txBody>
        </p:sp>
        <p:sp>
          <p:nvSpPr>
            <p:cNvPr id="6" name="Rectangle 5">
              <a:extLst>
                <a:ext uri="{FF2B5EF4-FFF2-40B4-BE49-F238E27FC236}">
                  <a16:creationId xmlns:a16="http://schemas.microsoft.com/office/drawing/2014/main" id="{61760AC7-AF8F-5A64-B770-6C66D6024108}"/>
                </a:ext>
              </a:extLst>
            </p:cNvPr>
            <p:cNvSpPr/>
            <p:nvPr userDrawn="1"/>
          </p:nvSpPr>
          <p:spPr>
            <a:xfrm>
              <a:off x="780349" y="3719671"/>
              <a:ext cx="2274349" cy="1959750"/>
            </a:xfrm>
            <a:prstGeom prst="rect">
              <a:avLst/>
            </a:prstGeom>
            <a:solidFill>
              <a:schemeClr val="accent3"/>
            </a:solidFill>
            <a:ln w="6186" cap="flat">
              <a:noFill/>
              <a:prstDash val="solid"/>
              <a:miter/>
            </a:ln>
          </p:spPr>
          <p:txBody>
            <a:bodyPr lIns="182880" tIns="91440" rIns="182880" bIns="91440" rtlCol="0" anchor="ctr"/>
            <a:lstStyle/>
            <a:p>
              <a:pPr algn="ctr">
                <a:lnSpc>
                  <a:spcPct val="90000"/>
                </a:lnSpc>
                <a:spcBef>
                  <a:spcPts val="1200"/>
                </a:spcBef>
                <a:spcAft>
                  <a:spcPts val="60"/>
                </a:spcAft>
              </a:pPr>
              <a:endParaRPr lang="en-US">
                <a:solidFill>
                  <a:schemeClr val="bg1"/>
                </a:solidFill>
                <a:latin typeface="Roboto" panose="02000000000000000000" pitchFamily="2" charset="0"/>
                <a:ea typeface="Roboto" panose="02000000000000000000" pitchFamily="2" charset="0"/>
              </a:endParaRPr>
            </a:p>
          </p:txBody>
        </p:sp>
        <p:sp>
          <p:nvSpPr>
            <p:cNvPr id="8" name="Rectangle 7">
              <a:extLst>
                <a:ext uri="{FF2B5EF4-FFF2-40B4-BE49-F238E27FC236}">
                  <a16:creationId xmlns:a16="http://schemas.microsoft.com/office/drawing/2014/main" id="{DDBE7F3B-47B0-5A09-31F2-EFD376D51B9B}"/>
                </a:ext>
              </a:extLst>
            </p:cNvPr>
            <p:cNvSpPr/>
            <p:nvPr userDrawn="1"/>
          </p:nvSpPr>
          <p:spPr>
            <a:xfrm>
              <a:off x="3551096" y="1433063"/>
              <a:ext cx="2274349" cy="1959750"/>
            </a:xfrm>
            <a:prstGeom prst="rect">
              <a:avLst/>
            </a:prstGeom>
            <a:solidFill>
              <a:schemeClr val="tx2"/>
            </a:solidFill>
            <a:ln w="6186" cap="flat">
              <a:noFill/>
              <a:prstDash val="solid"/>
              <a:miter/>
            </a:ln>
          </p:spPr>
          <p:txBody>
            <a:bodyPr lIns="182880" tIns="91440" rIns="182880" bIns="91440" rtlCol="0" anchor="ctr"/>
            <a:lstStyle/>
            <a:p>
              <a:pPr algn="ctr">
                <a:lnSpc>
                  <a:spcPct val="90000"/>
                </a:lnSpc>
                <a:spcBef>
                  <a:spcPts val="1200"/>
                </a:spcBef>
                <a:spcAft>
                  <a:spcPts val="60"/>
                </a:spcAft>
              </a:pPr>
              <a:endParaRPr lang="en-US">
                <a:solidFill>
                  <a:schemeClr val="bg1"/>
                </a:solidFill>
                <a:latin typeface="Roboto"/>
                <a:ea typeface="Roboto"/>
                <a:cs typeface="Roboto"/>
              </a:endParaRPr>
            </a:p>
          </p:txBody>
        </p:sp>
        <p:sp>
          <p:nvSpPr>
            <p:cNvPr id="10" name="Rectangle 9">
              <a:extLst>
                <a:ext uri="{FF2B5EF4-FFF2-40B4-BE49-F238E27FC236}">
                  <a16:creationId xmlns:a16="http://schemas.microsoft.com/office/drawing/2014/main" id="{4E3299A0-BDBF-BE28-862B-C422B176BE66}"/>
                </a:ext>
              </a:extLst>
            </p:cNvPr>
            <p:cNvSpPr/>
            <p:nvPr userDrawn="1"/>
          </p:nvSpPr>
          <p:spPr>
            <a:xfrm>
              <a:off x="3551096" y="3718429"/>
              <a:ext cx="2274349" cy="1959750"/>
            </a:xfrm>
            <a:prstGeom prst="rect">
              <a:avLst/>
            </a:prstGeom>
            <a:solidFill>
              <a:schemeClr val="accent4"/>
            </a:solidFill>
            <a:ln w="6186" cap="flat">
              <a:noFill/>
              <a:prstDash val="solid"/>
              <a:miter/>
            </a:ln>
          </p:spPr>
          <p:txBody>
            <a:bodyPr lIns="182880" tIns="91440" rIns="182880" bIns="91440" rtlCol="0" anchor="ctr"/>
            <a:lstStyle/>
            <a:p>
              <a:pPr algn="ctr">
                <a:lnSpc>
                  <a:spcPct val="90000"/>
                </a:lnSpc>
                <a:spcBef>
                  <a:spcPts val="1200"/>
                </a:spcBef>
                <a:spcAft>
                  <a:spcPts val="60"/>
                </a:spcAft>
              </a:pPr>
              <a:endParaRPr lang="en-US">
                <a:solidFill>
                  <a:schemeClr val="bg1"/>
                </a:solidFill>
                <a:latin typeface="Roboto"/>
                <a:ea typeface="Roboto"/>
                <a:cs typeface="Roboto"/>
              </a:endParaRPr>
            </a:p>
          </p:txBody>
        </p:sp>
        <p:sp>
          <p:nvSpPr>
            <p:cNvPr id="12" name="Rectangle 11">
              <a:extLst>
                <a:ext uri="{FF2B5EF4-FFF2-40B4-BE49-F238E27FC236}">
                  <a16:creationId xmlns:a16="http://schemas.microsoft.com/office/drawing/2014/main" id="{5B44CB34-5815-9A8C-3063-E7BF4F2B5C38}"/>
                </a:ext>
              </a:extLst>
            </p:cNvPr>
            <p:cNvSpPr/>
            <p:nvPr userDrawn="1"/>
          </p:nvSpPr>
          <p:spPr>
            <a:xfrm>
              <a:off x="6321843" y="1433063"/>
              <a:ext cx="2274349" cy="1959750"/>
            </a:xfrm>
            <a:prstGeom prst="rect">
              <a:avLst/>
            </a:prstGeom>
            <a:solidFill>
              <a:schemeClr val="accent1"/>
            </a:solidFill>
            <a:ln w="6186" cap="flat">
              <a:noFill/>
              <a:prstDash val="solid"/>
              <a:miter/>
            </a:ln>
          </p:spPr>
          <p:txBody>
            <a:bodyPr lIns="182880" tIns="91440" rIns="182880" bIns="91440" rtlCol="0" anchor="ctr"/>
            <a:lstStyle/>
            <a:p>
              <a:pPr algn="ctr">
                <a:lnSpc>
                  <a:spcPct val="90000"/>
                </a:lnSpc>
                <a:spcBef>
                  <a:spcPts val="1200"/>
                </a:spcBef>
                <a:spcAft>
                  <a:spcPts val="60"/>
                </a:spcAft>
              </a:pPr>
              <a:endParaRPr lang="en-US">
                <a:solidFill>
                  <a:schemeClr val="bg1"/>
                </a:solidFill>
                <a:latin typeface="Roboto"/>
                <a:ea typeface="Roboto"/>
                <a:cs typeface="Roboto"/>
              </a:endParaRPr>
            </a:p>
          </p:txBody>
        </p:sp>
        <p:sp>
          <p:nvSpPr>
            <p:cNvPr id="13" name="Rectangle 12">
              <a:extLst>
                <a:ext uri="{FF2B5EF4-FFF2-40B4-BE49-F238E27FC236}">
                  <a16:creationId xmlns:a16="http://schemas.microsoft.com/office/drawing/2014/main" id="{1731E52F-E701-6AAC-9BB9-51A5A8FB84A9}"/>
                </a:ext>
              </a:extLst>
            </p:cNvPr>
            <p:cNvSpPr/>
            <p:nvPr userDrawn="1"/>
          </p:nvSpPr>
          <p:spPr>
            <a:xfrm>
              <a:off x="6321843" y="3718429"/>
              <a:ext cx="2274349" cy="1959750"/>
            </a:xfrm>
            <a:prstGeom prst="rect">
              <a:avLst/>
            </a:prstGeom>
            <a:solidFill>
              <a:schemeClr val="accent5"/>
            </a:solidFill>
            <a:ln w="6186" cap="flat">
              <a:noFill/>
              <a:prstDash val="solid"/>
              <a:miter/>
            </a:ln>
          </p:spPr>
          <p:txBody>
            <a:bodyPr lIns="182880" tIns="91440" rIns="182880" bIns="91440" rtlCol="0" anchor="ctr"/>
            <a:lstStyle/>
            <a:p>
              <a:pPr algn="ctr">
                <a:lnSpc>
                  <a:spcPct val="90000"/>
                </a:lnSpc>
                <a:spcBef>
                  <a:spcPts val="1200"/>
                </a:spcBef>
                <a:spcAft>
                  <a:spcPts val="60"/>
                </a:spcAft>
              </a:pPr>
              <a:endParaRPr kumimoji="0" lang="en-US" b="1" i="0" u="none" strike="noStrike" kern="1200" cap="none" spc="0" normalizeH="0" baseline="0" noProof="0">
                <a:ln>
                  <a:noFill/>
                </a:ln>
                <a:solidFill>
                  <a:schemeClr val="bg1"/>
                </a:solidFill>
                <a:effectLst/>
                <a:uLnTx/>
                <a:uFillTx/>
                <a:latin typeface="Roboto" panose="02000000000000000000" pitchFamily="2" charset="0"/>
                <a:ea typeface="Roboto" panose="02000000000000000000" pitchFamily="2" charset="0"/>
                <a:cs typeface="Arial"/>
              </a:endParaRPr>
            </a:p>
          </p:txBody>
        </p:sp>
      </p:grpSp>
      <p:sp>
        <p:nvSpPr>
          <p:cNvPr id="18" name="Text Placeholder 21">
            <a:extLst>
              <a:ext uri="{FF2B5EF4-FFF2-40B4-BE49-F238E27FC236}">
                <a16:creationId xmlns:a16="http://schemas.microsoft.com/office/drawing/2014/main" id="{36171ABC-66DF-F07C-D046-54184D515FF7}"/>
              </a:ext>
            </a:extLst>
          </p:cNvPr>
          <p:cNvSpPr>
            <a:spLocks noGrp="1"/>
          </p:cNvSpPr>
          <p:nvPr>
            <p:ph type="body" sz="quarter" idx="20" hasCustomPrompt="1"/>
          </p:nvPr>
        </p:nvSpPr>
        <p:spPr>
          <a:xfrm>
            <a:off x="2236835" y="1608129"/>
            <a:ext cx="2224560" cy="1937083"/>
          </a:xfrm>
        </p:spPr>
        <p:txBody>
          <a:bodyPr lIns="91440" tIns="182880" rIns="91440" bIns="182880">
            <a:noAutofit/>
          </a:bodyPr>
          <a:lstStyle>
            <a:lvl1pPr marL="0" indent="0" algn="l">
              <a:buNone/>
              <a:defRPr sz="1800" b="1">
                <a:solidFill>
                  <a:schemeClr val="bg1"/>
                </a:solidFill>
              </a:defRPr>
            </a:lvl1pPr>
            <a:lvl2pPr marL="457200" indent="0">
              <a:buNone/>
              <a:defRPr sz="1600">
                <a:solidFill>
                  <a:schemeClr val="bg1"/>
                </a:solidFill>
              </a:defRPr>
            </a:lvl2pPr>
            <a:lvl3pPr marL="914400" indent="0">
              <a:buNone/>
              <a:defRPr sz="1600">
                <a:solidFill>
                  <a:schemeClr val="bg1"/>
                </a:solidFill>
              </a:defRPr>
            </a:lvl3pPr>
            <a:lvl4pPr marL="1371600" indent="0">
              <a:buNone/>
              <a:defRPr sz="1600">
                <a:solidFill>
                  <a:schemeClr val="bg1"/>
                </a:solidFill>
              </a:defRPr>
            </a:lvl4pPr>
            <a:lvl5pPr marL="1828800" indent="0">
              <a:buNone/>
              <a:defRPr sz="1600">
                <a:solidFill>
                  <a:schemeClr val="bg1"/>
                </a:solidFill>
              </a:defRPr>
            </a:lvl5pPr>
          </a:lstStyle>
          <a:p>
            <a:pPr lvl="0"/>
            <a:r>
              <a:rPr lang="en-US"/>
              <a:t>Title of section</a:t>
            </a:r>
          </a:p>
        </p:txBody>
      </p:sp>
      <p:sp>
        <p:nvSpPr>
          <p:cNvPr id="19" name="Text Placeholder 21">
            <a:extLst>
              <a:ext uri="{FF2B5EF4-FFF2-40B4-BE49-F238E27FC236}">
                <a16:creationId xmlns:a16="http://schemas.microsoft.com/office/drawing/2014/main" id="{2EB4EF4A-3E01-9D6A-F89D-A57C7AC8A6CE}"/>
              </a:ext>
            </a:extLst>
          </p:cNvPr>
          <p:cNvSpPr>
            <a:spLocks noGrp="1"/>
          </p:cNvSpPr>
          <p:nvPr>
            <p:ph type="body" sz="quarter" idx="21" hasCustomPrompt="1"/>
          </p:nvPr>
        </p:nvSpPr>
        <p:spPr>
          <a:xfrm>
            <a:off x="4978495" y="1608129"/>
            <a:ext cx="2224560" cy="1937083"/>
          </a:xfrm>
        </p:spPr>
        <p:txBody>
          <a:bodyPr lIns="91440" tIns="182880" rIns="91440" bIns="182880">
            <a:noAutofit/>
          </a:bodyPr>
          <a:lstStyle>
            <a:lvl1pPr marL="0" indent="0" algn="l">
              <a:buNone/>
              <a:defRPr sz="1800" b="1">
                <a:solidFill>
                  <a:schemeClr val="bg1"/>
                </a:solidFill>
              </a:defRPr>
            </a:lvl1pPr>
            <a:lvl2pPr marL="457200" indent="0">
              <a:buNone/>
              <a:defRPr sz="1600">
                <a:solidFill>
                  <a:schemeClr val="bg1"/>
                </a:solidFill>
              </a:defRPr>
            </a:lvl2pPr>
            <a:lvl3pPr marL="914400" indent="0">
              <a:buNone/>
              <a:defRPr sz="1600">
                <a:solidFill>
                  <a:schemeClr val="bg1"/>
                </a:solidFill>
              </a:defRPr>
            </a:lvl3pPr>
            <a:lvl4pPr marL="1371600" indent="0">
              <a:buNone/>
              <a:defRPr sz="1600">
                <a:solidFill>
                  <a:schemeClr val="bg1"/>
                </a:solidFill>
              </a:defRPr>
            </a:lvl4pPr>
            <a:lvl5pPr marL="1828800" indent="0">
              <a:buNone/>
              <a:defRPr sz="1600">
                <a:solidFill>
                  <a:schemeClr val="bg1"/>
                </a:solidFill>
              </a:defRPr>
            </a:lvl5pPr>
          </a:lstStyle>
          <a:p>
            <a:pPr lvl="0"/>
            <a:r>
              <a:rPr lang="en-US"/>
              <a:t>Title of section</a:t>
            </a:r>
          </a:p>
        </p:txBody>
      </p:sp>
      <p:sp>
        <p:nvSpPr>
          <p:cNvPr id="20" name="Text Placeholder 21">
            <a:extLst>
              <a:ext uri="{FF2B5EF4-FFF2-40B4-BE49-F238E27FC236}">
                <a16:creationId xmlns:a16="http://schemas.microsoft.com/office/drawing/2014/main" id="{1C98F391-58FB-C7BD-2E51-C4161A820F23}"/>
              </a:ext>
            </a:extLst>
          </p:cNvPr>
          <p:cNvSpPr>
            <a:spLocks noGrp="1"/>
          </p:cNvSpPr>
          <p:nvPr>
            <p:ph type="body" sz="quarter" idx="22" hasCustomPrompt="1"/>
          </p:nvPr>
        </p:nvSpPr>
        <p:spPr>
          <a:xfrm>
            <a:off x="7781709" y="1608129"/>
            <a:ext cx="2224560" cy="1937083"/>
          </a:xfrm>
        </p:spPr>
        <p:txBody>
          <a:bodyPr lIns="91440" tIns="182880" rIns="91440" bIns="182880">
            <a:noAutofit/>
          </a:bodyPr>
          <a:lstStyle>
            <a:lvl1pPr marL="0" indent="0" algn="l">
              <a:buNone/>
              <a:defRPr sz="1800" b="1">
                <a:solidFill>
                  <a:schemeClr val="bg1"/>
                </a:solidFill>
              </a:defRPr>
            </a:lvl1pPr>
            <a:lvl2pPr marL="457200" indent="0">
              <a:buNone/>
              <a:defRPr sz="1600">
                <a:solidFill>
                  <a:schemeClr val="bg1"/>
                </a:solidFill>
              </a:defRPr>
            </a:lvl2pPr>
            <a:lvl3pPr marL="914400" indent="0">
              <a:buNone/>
              <a:defRPr sz="1600">
                <a:solidFill>
                  <a:schemeClr val="bg1"/>
                </a:solidFill>
              </a:defRPr>
            </a:lvl3pPr>
            <a:lvl4pPr marL="1371600" indent="0">
              <a:buNone/>
              <a:defRPr sz="1600">
                <a:solidFill>
                  <a:schemeClr val="bg1"/>
                </a:solidFill>
              </a:defRPr>
            </a:lvl4pPr>
            <a:lvl5pPr marL="1828800" indent="0">
              <a:buNone/>
              <a:defRPr sz="1600">
                <a:solidFill>
                  <a:schemeClr val="bg1"/>
                </a:solidFill>
              </a:defRPr>
            </a:lvl5pPr>
          </a:lstStyle>
          <a:p>
            <a:pPr lvl="0"/>
            <a:r>
              <a:rPr lang="en-US"/>
              <a:t>Title of section</a:t>
            </a:r>
          </a:p>
        </p:txBody>
      </p:sp>
      <p:sp>
        <p:nvSpPr>
          <p:cNvPr id="25" name="Text Placeholder 21">
            <a:extLst>
              <a:ext uri="{FF2B5EF4-FFF2-40B4-BE49-F238E27FC236}">
                <a16:creationId xmlns:a16="http://schemas.microsoft.com/office/drawing/2014/main" id="{BDF0FE2A-B105-04D8-2B46-0789A9563311}"/>
              </a:ext>
            </a:extLst>
          </p:cNvPr>
          <p:cNvSpPr>
            <a:spLocks noGrp="1"/>
          </p:cNvSpPr>
          <p:nvPr>
            <p:ph type="body" sz="quarter" idx="24" hasCustomPrompt="1"/>
          </p:nvPr>
        </p:nvSpPr>
        <p:spPr>
          <a:xfrm>
            <a:off x="2236835" y="3893496"/>
            <a:ext cx="2224560" cy="1937083"/>
          </a:xfrm>
        </p:spPr>
        <p:txBody>
          <a:bodyPr lIns="91440" tIns="182880" rIns="91440" bIns="182880">
            <a:noAutofit/>
          </a:bodyPr>
          <a:lstStyle>
            <a:lvl1pPr marL="0" indent="0" algn="l">
              <a:buNone/>
              <a:defRPr sz="1800" b="1">
                <a:solidFill>
                  <a:schemeClr val="bg1"/>
                </a:solidFill>
              </a:defRPr>
            </a:lvl1pPr>
            <a:lvl2pPr marL="457200" indent="0">
              <a:buNone/>
              <a:defRPr sz="1600">
                <a:solidFill>
                  <a:schemeClr val="bg1"/>
                </a:solidFill>
              </a:defRPr>
            </a:lvl2pPr>
            <a:lvl3pPr marL="914400" indent="0">
              <a:buNone/>
              <a:defRPr sz="1600">
                <a:solidFill>
                  <a:schemeClr val="bg1"/>
                </a:solidFill>
              </a:defRPr>
            </a:lvl3pPr>
            <a:lvl4pPr marL="1371600" indent="0">
              <a:buNone/>
              <a:defRPr sz="1600">
                <a:solidFill>
                  <a:schemeClr val="bg1"/>
                </a:solidFill>
              </a:defRPr>
            </a:lvl4pPr>
            <a:lvl5pPr marL="1828800" indent="0">
              <a:buNone/>
              <a:defRPr sz="1600">
                <a:solidFill>
                  <a:schemeClr val="bg1"/>
                </a:solidFill>
              </a:defRPr>
            </a:lvl5pPr>
          </a:lstStyle>
          <a:p>
            <a:pPr lvl="0"/>
            <a:r>
              <a:rPr lang="en-US"/>
              <a:t>Title of section</a:t>
            </a:r>
          </a:p>
        </p:txBody>
      </p:sp>
      <p:sp>
        <p:nvSpPr>
          <p:cNvPr id="26" name="Text Placeholder 21">
            <a:extLst>
              <a:ext uri="{FF2B5EF4-FFF2-40B4-BE49-F238E27FC236}">
                <a16:creationId xmlns:a16="http://schemas.microsoft.com/office/drawing/2014/main" id="{1569E2C5-E294-39CA-368B-18D97DE1FFA4}"/>
              </a:ext>
            </a:extLst>
          </p:cNvPr>
          <p:cNvSpPr>
            <a:spLocks noGrp="1"/>
          </p:cNvSpPr>
          <p:nvPr>
            <p:ph type="body" sz="quarter" idx="25" hasCustomPrompt="1"/>
          </p:nvPr>
        </p:nvSpPr>
        <p:spPr>
          <a:xfrm>
            <a:off x="4978495" y="3893496"/>
            <a:ext cx="2224560" cy="1937083"/>
          </a:xfrm>
        </p:spPr>
        <p:txBody>
          <a:bodyPr lIns="91440" tIns="182880" rIns="91440" bIns="182880">
            <a:noAutofit/>
          </a:bodyPr>
          <a:lstStyle>
            <a:lvl1pPr marL="0" indent="0" algn="l">
              <a:buNone/>
              <a:defRPr sz="1800" b="1">
                <a:solidFill>
                  <a:schemeClr val="bg1"/>
                </a:solidFill>
              </a:defRPr>
            </a:lvl1pPr>
            <a:lvl2pPr marL="457200" indent="0">
              <a:buNone/>
              <a:defRPr sz="1600">
                <a:solidFill>
                  <a:schemeClr val="bg1"/>
                </a:solidFill>
              </a:defRPr>
            </a:lvl2pPr>
            <a:lvl3pPr marL="914400" indent="0">
              <a:buNone/>
              <a:defRPr sz="1600">
                <a:solidFill>
                  <a:schemeClr val="bg1"/>
                </a:solidFill>
              </a:defRPr>
            </a:lvl3pPr>
            <a:lvl4pPr marL="1371600" indent="0">
              <a:buNone/>
              <a:defRPr sz="1600">
                <a:solidFill>
                  <a:schemeClr val="bg1"/>
                </a:solidFill>
              </a:defRPr>
            </a:lvl4pPr>
            <a:lvl5pPr marL="1828800" indent="0">
              <a:buNone/>
              <a:defRPr sz="1600">
                <a:solidFill>
                  <a:schemeClr val="bg1"/>
                </a:solidFill>
              </a:defRPr>
            </a:lvl5pPr>
          </a:lstStyle>
          <a:p>
            <a:pPr lvl="0"/>
            <a:r>
              <a:rPr lang="en-US"/>
              <a:t>Title of section</a:t>
            </a:r>
          </a:p>
        </p:txBody>
      </p:sp>
      <p:sp>
        <p:nvSpPr>
          <p:cNvPr id="27" name="Text Placeholder 21">
            <a:extLst>
              <a:ext uri="{FF2B5EF4-FFF2-40B4-BE49-F238E27FC236}">
                <a16:creationId xmlns:a16="http://schemas.microsoft.com/office/drawing/2014/main" id="{C88C4F21-87EB-A333-00CB-B3AC5AA1D158}"/>
              </a:ext>
            </a:extLst>
          </p:cNvPr>
          <p:cNvSpPr>
            <a:spLocks noGrp="1"/>
          </p:cNvSpPr>
          <p:nvPr>
            <p:ph type="body" sz="quarter" idx="26" hasCustomPrompt="1"/>
          </p:nvPr>
        </p:nvSpPr>
        <p:spPr>
          <a:xfrm>
            <a:off x="7781709" y="3893496"/>
            <a:ext cx="2224560" cy="1937083"/>
          </a:xfrm>
        </p:spPr>
        <p:txBody>
          <a:bodyPr lIns="91440" tIns="182880" rIns="91440" bIns="182880">
            <a:noAutofit/>
          </a:bodyPr>
          <a:lstStyle>
            <a:lvl1pPr marL="0" indent="0" algn="l">
              <a:buNone/>
              <a:defRPr sz="1800" b="1">
                <a:solidFill>
                  <a:schemeClr val="bg1"/>
                </a:solidFill>
              </a:defRPr>
            </a:lvl1pPr>
            <a:lvl2pPr marL="457200" indent="0">
              <a:buNone/>
              <a:defRPr sz="1600">
                <a:solidFill>
                  <a:schemeClr val="bg1"/>
                </a:solidFill>
              </a:defRPr>
            </a:lvl2pPr>
            <a:lvl3pPr marL="914400" indent="0">
              <a:buNone/>
              <a:defRPr sz="1600">
                <a:solidFill>
                  <a:schemeClr val="bg1"/>
                </a:solidFill>
              </a:defRPr>
            </a:lvl3pPr>
            <a:lvl4pPr marL="1371600" indent="0">
              <a:buNone/>
              <a:defRPr sz="1600">
                <a:solidFill>
                  <a:schemeClr val="bg1"/>
                </a:solidFill>
              </a:defRPr>
            </a:lvl4pPr>
            <a:lvl5pPr marL="1828800" indent="0">
              <a:buNone/>
              <a:defRPr sz="1600">
                <a:solidFill>
                  <a:schemeClr val="bg1"/>
                </a:solidFill>
              </a:defRPr>
            </a:lvl5pPr>
          </a:lstStyle>
          <a:p>
            <a:pPr lvl="0"/>
            <a:r>
              <a:rPr lang="en-US"/>
              <a:t>Title of section</a:t>
            </a:r>
          </a:p>
        </p:txBody>
      </p:sp>
    </p:spTree>
    <p:extLst>
      <p:ext uri="{BB962C8B-B14F-4D97-AF65-F5344CB8AC3E}">
        <p14:creationId xmlns:p14="http://schemas.microsoft.com/office/powerpoint/2010/main" val="12381782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4-Agenda">
    <p:spTree>
      <p:nvGrpSpPr>
        <p:cNvPr id="1" name=""/>
        <p:cNvGrpSpPr/>
        <p:nvPr/>
      </p:nvGrpSpPr>
      <p:grpSpPr>
        <a:xfrm>
          <a:off x="0" y="0"/>
          <a:ext cx="0" cy="0"/>
          <a:chOff x="0" y="0"/>
          <a:chExt cx="0" cy="0"/>
        </a:xfrm>
      </p:grpSpPr>
      <p:sp>
        <p:nvSpPr>
          <p:cNvPr id="124" name="Freeform 123">
            <a:extLst>
              <a:ext uri="{FF2B5EF4-FFF2-40B4-BE49-F238E27FC236}">
                <a16:creationId xmlns:a16="http://schemas.microsoft.com/office/drawing/2014/main" id="{14819B2D-3933-9761-A0E0-F8A47EFAE83C}"/>
              </a:ext>
            </a:extLst>
          </p:cNvPr>
          <p:cNvSpPr/>
          <p:nvPr userDrawn="1"/>
        </p:nvSpPr>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a:solidFill>
            <a:schemeClr val="tx1"/>
          </a:solidFill>
          <a:ln w="0" cap="flat">
            <a:noFill/>
            <a:prstDash val="solid"/>
            <a:miter/>
          </a:ln>
        </p:spPr>
        <p:txBody>
          <a:bodyPr rtlCol="0" anchor="ctr"/>
          <a:lstStyle/>
          <a:p>
            <a:endParaRPr lang="en-US"/>
          </a:p>
        </p:txBody>
      </p:sp>
      <p:sp>
        <p:nvSpPr>
          <p:cNvPr id="4" name="Rectangle 6">
            <a:extLst>
              <a:ext uri="{FF2B5EF4-FFF2-40B4-BE49-F238E27FC236}">
                <a16:creationId xmlns:a16="http://schemas.microsoft.com/office/drawing/2014/main" id="{DAF7721B-92F3-10FF-5A89-459D1C6BA969}"/>
              </a:ext>
            </a:extLst>
          </p:cNvPr>
          <p:cNvSpPr>
            <a:spLocks noChangeArrowheads="1"/>
          </p:cNvSpPr>
          <p:nvPr userDrawn="1"/>
        </p:nvSpPr>
        <p:spPr bwMode="auto">
          <a:xfrm flipH="1">
            <a:off x="11526723" y="6576851"/>
            <a:ext cx="280401" cy="152400"/>
          </a:xfrm>
          <a:prstGeom prst="rect">
            <a:avLst/>
          </a:prstGeom>
          <a:noFill/>
          <a:ln w="9525">
            <a:noFill/>
            <a:miter lim="800000"/>
            <a:headEnd/>
            <a:tailEnd/>
          </a:ln>
          <a:effectLst/>
        </p:spPr>
        <p:txBody>
          <a:bodyPr lIns="0" tIns="0" rIns="0" bIns="0"/>
          <a:lstStyle/>
          <a:p>
            <a:pPr algn="ctr" defTabSz="173038">
              <a:lnSpc>
                <a:spcPct val="90000"/>
              </a:lnSpc>
              <a:tabLst>
                <a:tab pos="230188" algn="l"/>
              </a:tabLst>
              <a:defRPr/>
            </a:pPr>
            <a:fld id="{040BB257-551A-4736-B50F-DCF1BA034C06}" type="slidenum">
              <a:rPr lang="en-US" sz="1000" smtClean="0">
                <a:solidFill>
                  <a:schemeClr val="bg1"/>
                </a:solidFill>
                <a:latin typeface="Roboto" panose="02000000000000000000" pitchFamily="2" charset="0"/>
                <a:ea typeface="Roboto" panose="02000000000000000000" pitchFamily="2" charset="0"/>
                <a:cs typeface="Times New Roman" panose="02020603050405020304" pitchFamily="18" charset="0"/>
              </a:rPr>
              <a:pPr algn="ctr" defTabSz="173038">
                <a:lnSpc>
                  <a:spcPct val="90000"/>
                </a:lnSpc>
                <a:tabLst>
                  <a:tab pos="230188" algn="l"/>
                </a:tabLst>
                <a:defRPr/>
              </a:pPr>
              <a:t>‹#›</a:t>
            </a:fld>
            <a:endParaRPr lang="en-US" sz="1000">
              <a:solidFill>
                <a:schemeClr val="bg1"/>
              </a:solidFill>
              <a:latin typeface="Roboto" panose="02000000000000000000" pitchFamily="2" charset="0"/>
              <a:ea typeface="Roboto" panose="02000000000000000000" pitchFamily="2" charset="0"/>
              <a:cs typeface="Times New Roman" panose="02020603050405020304" pitchFamily="18" charset="0"/>
            </a:endParaRPr>
          </a:p>
        </p:txBody>
      </p:sp>
      <p:pic>
        <p:nvPicPr>
          <p:cNvPr id="3" name="Graphic 2">
            <a:extLst>
              <a:ext uri="{FF2B5EF4-FFF2-40B4-BE49-F238E27FC236}">
                <a16:creationId xmlns:a16="http://schemas.microsoft.com/office/drawing/2014/main" id="{0FD5FAFE-F099-74C8-600F-3FEE5ACA26C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14693" y="6431818"/>
            <a:ext cx="1188988" cy="285824"/>
          </a:xfrm>
          <a:prstGeom prst="rect">
            <a:avLst/>
          </a:prstGeom>
        </p:spPr>
      </p:pic>
      <p:sp>
        <p:nvSpPr>
          <p:cNvPr id="9" name="Title 1">
            <a:extLst>
              <a:ext uri="{FF2B5EF4-FFF2-40B4-BE49-F238E27FC236}">
                <a16:creationId xmlns:a16="http://schemas.microsoft.com/office/drawing/2014/main" id="{F127BAF7-7A03-B6B3-4688-2EC146E8747D}"/>
              </a:ext>
            </a:extLst>
          </p:cNvPr>
          <p:cNvSpPr>
            <a:spLocks noGrp="1"/>
          </p:cNvSpPr>
          <p:nvPr>
            <p:ph type="title" hasCustomPrompt="1"/>
          </p:nvPr>
        </p:nvSpPr>
        <p:spPr>
          <a:xfrm>
            <a:off x="314692" y="365125"/>
            <a:ext cx="11492432" cy="886397"/>
          </a:xfrm>
        </p:spPr>
        <p:txBody>
          <a:bodyPr>
            <a:noAutofit/>
          </a:bodyPr>
          <a:lstStyle>
            <a:lvl1pPr>
              <a:defRPr>
                <a:solidFill>
                  <a:schemeClr val="bg1"/>
                </a:solidFill>
              </a:defRPr>
            </a:lvl1pPr>
          </a:lstStyle>
          <a:p>
            <a:r>
              <a:rPr lang="en-US"/>
              <a:t>One-sentence headline with the main takeaway message </a:t>
            </a:r>
            <a:br>
              <a:rPr lang="en-US"/>
            </a:br>
            <a:r>
              <a:rPr lang="en-US"/>
              <a:t>for the slide; no longer than two lines</a:t>
            </a:r>
          </a:p>
        </p:txBody>
      </p:sp>
      <p:grpSp>
        <p:nvGrpSpPr>
          <p:cNvPr id="16" name="Group 15">
            <a:extLst>
              <a:ext uri="{FF2B5EF4-FFF2-40B4-BE49-F238E27FC236}">
                <a16:creationId xmlns:a16="http://schemas.microsoft.com/office/drawing/2014/main" id="{515008AE-AF98-3C15-B8F6-60A18A5008F0}"/>
              </a:ext>
            </a:extLst>
          </p:cNvPr>
          <p:cNvGrpSpPr/>
          <p:nvPr userDrawn="1"/>
        </p:nvGrpSpPr>
        <p:grpSpPr>
          <a:xfrm>
            <a:off x="798513" y="1585463"/>
            <a:ext cx="10594975" cy="4267783"/>
            <a:chOff x="780349" y="1433063"/>
            <a:chExt cx="10594975" cy="4267783"/>
          </a:xfrm>
        </p:grpSpPr>
        <p:sp>
          <p:nvSpPr>
            <p:cNvPr id="2" name="Rectangle 1">
              <a:extLst>
                <a:ext uri="{FF2B5EF4-FFF2-40B4-BE49-F238E27FC236}">
                  <a16:creationId xmlns:a16="http://schemas.microsoft.com/office/drawing/2014/main" id="{87F43B96-1CD3-BB77-5F30-8B178FE868E5}"/>
                </a:ext>
              </a:extLst>
            </p:cNvPr>
            <p:cNvSpPr/>
            <p:nvPr userDrawn="1"/>
          </p:nvSpPr>
          <p:spPr>
            <a:xfrm>
              <a:off x="780349" y="1434305"/>
              <a:ext cx="2274349" cy="1959750"/>
            </a:xfrm>
            <a:prstGeom prst="rect">
              <a:avLst/>
            </a:prstGeom>
            <a:solidFill>
              <a:schemeClr val="accent6"/>
            </a:solidFill>
            <a:ln w="6186" cap="flat">
              <a:noFill/>
              <a:prstDash val="solid"/>
              <a:miter/>
            </a:ln>
          </p:spPr>
          <p:txBody>
            <a:bodyPr lIns="182880" tIns="91440" rIns="182880" bIns="91440" rtlCol="0" anchor="ctr"/>
            <a:lstStyle/>
            <a:p>
              <a:pPr algn="ctr">
                <a:lnSpc>
                  <a:spcPct val="90000"/>
                </a:lnSpc>
                <a:spcBef>
                  <a:spcPts val="1200"/>
                </a:spcBef>
                <a:spcAft>
                  <a:spcPts val="60"/>
                </a:spcAft>
              </a:pPr>
              <a:endParaRPr lang="en-US">
                <a:solidFill>
                  <a:schemeClr val="bg1"/>
                </a:solidFill>
                <a:latin typeface="Roboto" panose="02000000000000000000" pitchFamily="2" charset="0"/>
                <a:ea typeface="Roboto" panose="02000000000000000000" pitchFamily="2" charset="0"/>
              </a:endParaRPr>
            </a:p>
          </p:txBody>
        </p:sp>
        <p:sp>
          <p:nvSpPr>
            <p:cNvPr id="6" name="Rectangle 5">
              <a:extLst>
                <a:ext uri="{FF2B5EF4-FFF2-40B4-BE49-F238E27FC236}">
                  <a16:creationId xmlns:a16="http://schemas.microsoft.com/office/drawing/2014/main" id="{61760AC7-AF8F-5A64-B770-6C66D6024108}"/>
                </a:ext>
              </a:extLst>
            </p:cNvPr>
            <p:cNvSpPr/>
            <p:nvPr userDrawn="1"/>
          </p:nvSpPr>
          <p:spPr>
            <a:xfrm>
              <a:off x="780349" y="3719671"/>
              <a:ext cx="2274349" cy="1959750"/>
            </a:xfrm>
            <a:prstGeom prst="rect">
              <a:avLst/>
            </a:prstGeom>
            <a:solidFill>
              <a:schemeClr val="accent3"/>
            </a:solidFill>
            <a:ln w="6186" cap="flat">
              <a:noFill/>
              <a:prstDash val="solid"/>
              <a:miter/>
            </a:ln>
          </p:spPr>
          <p:txBody>
            <a:bodyPr lIns="182880" tIns="91440" rIns="182880" bIns="91440" rtlCol="0" anchor="ctr"/>
            <a:lstStyle/>
            <a:p>
              <a:pPr algn="ctr">
                <a:lnSpc>
                  <a:spcPct val="90000"/>
                </a:lnSpc>
                <a:spcBef>
                  <a:spcPts val="1200"/>
                </a:spcBef>
                <a:spcAft>
                  <a:spcPts val="60"/>
                </a:spcAft>
              </a:pPr>
              <a:endParaRPr lang="en-US">
                <a:solidFill>
                  <a:schemeClr val="bg1"/>
                </a:solidFill>
                <a:latin typeface="Roboto" panose="02000000000000000000" pitchFamily="2" charset="0"/>
                <a:ea typeface="Roboto" panose="02000000000000000000" pitchFamily="2" charset="0"/>
              </a:endParaRPr>
            </a:p>
          </p:txBody>
        </p:sp>
        <p:sp>
          <p:nvSpPr>
            <p:cNvPr id="8" name="Rectangle 7">
              <a:extLst>
                <a:ext uri="{FF2B5EF4-FFF2-40B4-BE49-F238E27FC236}">
                  <a16:creationId xmlns:a16="http://schemas.microsoft.com/office/drawing/2014/main" id="{DDBE7F3B-47B0-5A09-31F2-EFD376D51B9B}"/>
                </a:ext>
              </a:extLst>
            </p:cNvPr>
            <p:cNvSpPr/>
            <p:nvPr userDrawn="1"/>
          </p:nvSpPr>
          <p:spPr>
            <a:xfrm>
              <a:off x="3551096" y="1433063"/>
              <a:ext cx="2274349" cy="1959750"/>
            </a:xfrm>
            <a:prstGeom prst="rect">
              <a:avLst/>
            </a:prstGeom>
            <a:solidFill>
              <a:schemeClr val="tx2"/>
            </a:solidFill>
            <a:ln w="6186" cap="flat">
              <a:noFill/>
              <a:prstDash val="solid"/>
              <a:miter/>
            </a:ln>
          </p:spPr>
          <p:txBody>
            <a:bodyPr lIns="182880" tIns="91440" rIns="182880" bIns="91440" rtlCol="0" anchor="ctr"/>
            <a:lstStyle/>
            <a:p>
              <a:pPr algn="ctr">
                <a:lnSpc>
                  <a:spcPct val="90000"/>
                </a:lnSpc>
                <a:spcBef>
                  <a:spcPts val="1200"/>
                </a:spcBef>
                <a:spcAft>
                  <a:spcPts val="60"/>
                </a:spcAft>
              </a:pPr>
              <a:endParaRPr lang="en-US">
                <a:solidFill>
                  <a:schemeClr val="bg1"/>
                </a:solidFill>
                <a:latin typeface="Roboto"/>
                <a:ea typeface="Roboto"/>
                <a:cs typeface="Roboto"/>
              </a:endParaRPr>
            </a:p>
          </p:txBody>
        </p:sp>
        <p:sp>
          <p:nvSpPr>
            <p:cNvPr id="10" name="Rectangle 9">
              <a:extLst>
                <a:ext uri="{FF2B5EF4-FFF2-40B4-BE49-F238E27FC236}">
                  <a16:creationId xmlns:a16="http://schemas.microsoft.com/office/drawing/2014/main" id="{4E3299A0-BDBF-BE28-862B-C422B176BE66}"/>
                </a:ext>
              </a:extLst>
            </p:cNvPr>
            <p:cNvSpPr/>
            <p:nvPr userDrawn="1"/>
          </p:nvSpPr>
          <p:spPr>
            <a:xfrm>
              <a:off x="3551096" y="3718429"/>
              <a:ext cx="2274349" cy="1959750"/>
            </a:xfrm>
            <a:prstGeom prst="rect">
              <a:avLst/>
            </a:prstGeom>
            <a:solidFill>
              <a:schemeClr val="accent4"/>
            </a:solidFill>
            <a:ln w="6186" cap="flat">
              <a:noFill/>
              <a:prstDash val="solid"/>
              <a:miter/>
            </a:ln>
          </p:spPr>
          <p:txBody>
            <a:bodyPr lIns="182880" tIns="91440" rIns="182880" bIns="91440" rtlCol="0" anchor="ctr"/>
            <a:lstStyle/>
            <a:p>
              <a:pPr algn="ctr">
                <a:lnSpc>
                  <a:spcPct val="90000"/>
                </a:lnSpc>
                <a:spcBef>
                  <a:spcPts val="1200"/>
                </a:spcBef>
                <a:spcAft>
                  <a:spcPts val="60"/>
                </a:spcAft>
              </a:pPr>
              <a:endParaRPr lang="en-US">
                <a:solidFill>
                  <a:schemeClr val="bg1"/>
                </a:solidFill>
                <a:latin typeface="Roboto"/>
                <a:ea typeface="Roboto"/>
                <a:cs typeface="Roboto"/>
              </a:endParaRPr>
            </a:p>
          </p:txBody>
        </p:sp>
        <p:sp>
          <p:nvSpPr>
            <p:cNvPr id="12" name="Rectangle 11">
              <a:extLst>
                <a:ext uri="{FF2B5EF4-FFF2-40B4-BE49-F238E27FC236}">
                  <a16:creationId xmlns:a16="http://schemas.microsoft.com/office/drawing/2014/main" id="{5B44CB34-5815-9A8C-3063-E7BF4F2B5C38}"/>
                </a:ext>
              </a:extLst>
            </p:cNvPr>
            <p:cNvSpPr/>
            <p:nvPr userDrawn="1"/>
          </p:nvSpPr>
          <p:spPr>
            <a:xfrm>
              <a:off x="6321843" y="1433063"/>
              <a:ext cx="2274349" cy="1959750"/>
            </a:xfrm>
            <a:prstGeom prst="rect">
              <a:avLst/>
            </a:prstGeom>
            <a:solidFill>
              <a:schemeClr val="accent1"/>
            </a:solidFill>
            <a:ln w="6186" cap="flat">
              <a:noFill/>
              <a:prstDash val="solid"/>
              <a:miter/>
            </a:ln>
          </p:spPr>
          <p:txBody>
            <a:bodyPr lIns="182880" tIns="91440" rIns="182880" bIns="91440" rtlCol="0" anchor="ctr"/>
            <a:lstStyle/>
            <a:p>
              <a:pPr algn="ctr">
                <a:lnSpc>
                  <a:spcPct val="90000"/>
                </a:lnSpc>
                <a:spcBef>
                  <a:spcPts val="1200"/>
                </a:spcBef>
                <a:spcAft>
                  <a:spcPts val="60"/>
                </a:spcAft>
              </a:pPr>
              <a:endParaRPr lang="en-US">
                <a:solidFill>
                  <a:schemeClr val="bg1"/>
                </a:solidFill>
                <a:latin typeface="Roboto"/>
                <a:ea typeface="Roboto"/>
                <a:cs typeface="Roboto"/>
              </a:endParaRPr>
            </a:p>
          </p:txBody>
        </p:sp>
        <p:sp>
          <p:nvSpPr>
            <p:cNvPr id="13" name="Rectangle 12">
              <a:extLst>
                <a:ext uri="{FF2B5EF4-FFF2-40B4-BE49-F238E27FC236}">
                  <a16:creationId xmlns:a16="http://schemas.microsoft.com/office/drawing/2014/main" id="{1731E52F-E701-6AAC-9BB9-51A5A8FB84A9}"/>
                </a:ext>
              </a:extLst>
            </p:cNvPr>
            <p:cNvSpPr/>
            <p:nvPr userDrawn="1"/>
          </p:nvSpPr>
          <p:spPr>
            <a:xfrm>
              <a:off x="6321843" y="3718429"/>
              <a:ext cx="2274349" cy="1959750"/>
            </a:xfrm>
            <a:prstGeom prst="rect">
              <a:avLst/>
            </a:prstGeom>
            <a:solidFill>
              <a:schemeClr val="accent5"/>
            </a:solidFill>
            <a:ln w="6186" cap="flat">
              <a:noFill/>
              <a:prstDash val="solid"/>
              <a:miter/>
            </a:ln>
          </p:spPr>
          <p:txBody>
            <a:bodyPr lIns="182880" tIns="91440" rIns="182880" bIns="91440" rtlCol="0" anchor="ctr"/>
            <a:lstStyle/>
            <a:p>
              <a:pPr algn="ctr">
                <a:lnSpc>
                  <a:spcPct val="90000"/>
                </a:lnSpc>
                <a:spcBef>
                  <a:spcPts val="1200"/>
                </a:spcBef>
                <a:spcAft>
                  <a:spcPts val="60"/>
                </a:spcAft>
              </a:pPr>
              <a:endParaRPr kumimoji="0" lang="en-US" b="1" i="0" u="none" strike="noStrike" kern="1200" cap="none" spc="0" normalizeH="0" baseline="0" noProof="0">
                <a:ln>
                  <a:noFill/>
                </a:ln>
                <a:solidFill>
                  <a:schemeClr val="bg1"/>
                </a:solidFill>
                <a:effectLst/>
                <a:uLnTx/>
                <a:uFillTx/>
                <a:latin typeface="Roboto" panose="02000000000000000000" pitchFamily="2" charset="0"/>
                <a:ea typeface="Roboto" panose="02000000000000000000" pitchFamily="2" charset="0"/>
                <a:cs typeface="Arial"/>
              </a:endParaRPr>
            </a:p>
          </p:txBody>
        </p:sp>
        <p:sp>
          <p:nvSpPr>
            <p:cNvPr id="14" name="Rectangle 13">
              <a:extLst>
                <a:ext uri="{FF2B5EF4-FFF2-40B4-BE49-F238E27FC236}">
                  <a16:creationId xmlns:a16="http://schemas.microsoft.com/office/drawing/2014/main" id="{CECAE9AC-EFB1-7E73-0ED8-BC44CB185878}"/>
                </a:ext>
              </a:extLst>
            </p:cNvPr>
            <p:cNvSpPr/>
            <p:nvPr userDrawn="1"/>
          </p:nvSpPr>
          <p:spPr>
            <a:xfrm>
              <a:off x="9100975" y="1455730"/>
              <a:ext cx="2274349" cy="1959750"/>
            </a:xfrm>
            <a:prstGeom prst="rect">
              <a:avLst/>
            </a:prstGeom>
            <a:solidFill>
              <a:schemeClr val="accent2"/>
            </a:solidFill>
            <a:ln w="6186" cap="flat">
              <a:noFill/>
              <a:prstDash val="solid"/>
              <a:miter/>
            </a:ln>
          </p:spPr>
          <p:txBody>
            <a:bodyPr lIns="182880" tIns="91440" rIns="182880" bIns="91440" rtlCol="0" anchor="ctr"/>
            <a:lstStyle/>
            <a:p>
              <a:pPr algn="ctr">
                <a:lnSpc>
                  <a:spcPct val="90000"/>
                </a:lnSpc>
                <a:spcBef>
                  <a:spcPts val="1200"/>
                </a:spcBef>
                <a:spcAft>
                  <a:spcPts val="60"/>
                </a:spcAft>
              </a:pPr>
              <a:endParaRPr kumimoji="0" lang="en-US" b="1" i="0" u="none" strike="noStrike" kern="1200" cap="none" spc="0" normalizeH="0" baseline="0" noProof="0">
                <a:ln>
                  <a:noFill/>
                </a:ln>
                <a:solidFill>
                  <a:schemeClr val="bg1"/>
                </a:solidFill>
                <a:effectLst/>
                <a:uLnTx/>
                <a:uFillTx/>
                <a:latin typeface="Roboto" panose="02000000000000000000" pitchFamily="2" charset="0"/>
                <a:ea typeface="Roboto" panose="02000000000000000000" pitchFamily="2" charset="0"/>
                <a:cs typeface="Arial"/>
              </a:endParaRPr>
            </a:p>
          </p:txBody>
        </p:sp>
        <p:sp>
          <p:nvSpPr>
            <p:cNvPr id="15" name="Rectangle 14">
              <a:extLst>
                <a:ext uri="{FF2B5EF4-FFF2-40B4-BE49-F238E27FC236}">
                  <a16:creationId xmlns:a16="http://schemas.microsoft.com/office/drawing/2014/main" id="{3412171C-E3F5-2AAE-0D75-3994A247F379}"/>
                </a:ext>
              </a:extLst>
            </p:cNvPr>
            <p:cNvSpPr/>
            <p:nvPr userDrawn="1"/>
          </p:nvSpPr>
          <p:spPr>
            <a:xfrm>
              <a:off x="9100975" y="3741096"/>
              <a:ext cx="2274349" cy="1959750"/>
            </a:xfrm>
            <a:prstGeom prst="rect">
              <a:avLst/>
            </a:prstGeom>
            <a:solidFill>
              <a:schemeClr val="accent6">
                <a:lumMod val="75000"/>
              </a:schemeClr>
            </a:solidFill>
            <a:ln w="6186" cap="flat">
              <a:noFill/>
              <a:prstDash val="solid"/>
              <a:miter/>
            </a:ln>
          </p:spPr>
          <p:txBody>
            <a:bodyPr lIns="182880" tIns="91440" rIns="182880" bIns="91440" rtlCol="0" anchor="ctr"/>
            <a:lstStyle/>
            <a:p>
              <a:pPr algn="ctr">
                <a:lnSpc>
                  <a:spcPct val="90000"/>
                </a:lnSpc>
                <a:spcBef>
                  <a:spcPts val="1200"/>
                </a:spcBef>
                <a:spcAft>
                  <a:spcPts val="60"/>
                </a:spcAft>
              </a:pPr>
              <a:endParaRPr kumimoji="0" lang="en-US" b="1" i="0" u="none" strike="noStrike" kern="1200" cap="none" spc="0" normalizeH="0" baseline="0" noProof="0">
                <a:ln>
                  <a:noFill/>
                </a:ln>
                <a:solidFill>
                  <a:schemeClr val="bg1"/>
                </a:solidFill>
                <a:effectLst/>
                <a:uLnTx/>
                <a:uFillTx/>
                <a:latin typeface="Roboto"/>
                <a:ea typeface="Roboto"/>
                <a:cs typeface="Roboto"/>
              </a:endParaRPr>
            </a:p>
          </p:txBody>
        </p:sp>
      </p:grpSp>
      <p:sp>
        <p:nvSpPr>
          <p:cNvPr id="18" name="Text Placeholder 21">
            <a:extLst>
              <a:ext uri="{FF2B5EF4-FFF2-40B4-BE49-F238E27FC236}">
                <a16:creationId xmlns:a16="http://schemas.microsoft.com/office/drawing/2014/main" id="{36171ABC-66DF-F07C-D046-54184D515FF7}"/>
              </a:ext>
            </a:extLst>
          </p:cNvPr>
          <p:cNvSpPr>
            <a:spLocks noGrp="1"/>
          </p:cNvSpPr>
          <p:nvPr>
            <p:ph type="body" sz="quarter" idx="20" hasCustomPrompt="1"/>
          </p:nvPr>
        </p:nvSpPr>
        <p:spPr>
          <a:xfrm>
            <a:off x="831369" y="1608129"/>
            <a:ext cx="2224560" cy="1937083"/>
          </a:xfrm>
        </p:spPr>
        <p:txBody>
          <a:bodyPr lIns="91440" tIns="182880" rIns="91440" bIns="182880">
            <a:noAutofit/>
          </a:bodyPr>
          <a:lstStyle>
            <a:lvl1pPr marL="0" indent="0" algn="l">
              <a:buNone/>
              <a:defRPr sz="1800" b="1">
                <a:solidFill>
                  <a:schemeClr val="bg1"/>
                </a:solidFill>
              </a:defRPr>
            </a:lvl1pPr>
            <a:lvl2pPr marL="457200" indent="0">
              <a:buNone/>
              <a:defRPr sz="1600">
                <a:solidFill>
                  <a:schemeClr val="bg1"/>
                </a:solidFill>
              </a:defRPr>
            </a:lvl2pPr>
            <a:lvl3pPr marL="914400" indent="0">
              <a:buNone/>
              <a:defRPr sz="1600">
                <a:solidFill>
                  <a:schemeClr val="bg1"/>
                </a:solidFill>
              </a:defRPr>
            </a:lvl3pPr>
            <a:lvl4pPr marL="1371600" indent="0">
              <a:buNone/>
              <a:defRPr sz="1600">
                <a:solidFill>
                  <a:schemeClr val="bg1"/>
                </a:solidFill>
              </a:defRPr>
            </a:lvl4pPr>
            <a:lvl5pPr marL="1828800" indent="0">
              <a:buNone/>
              <a:defRPr sz="1600">
                <a:solidFill>
                  <a:schemeClr val="bg1"/>
                </a:solidFill>
              </a:defRPr>
            </a:lvl5pPr>
          </a:lstStyle>
          <a:p>
            <a:pPr lvl="0"/>
            <a:r>
              <a:rPr lang="en-US"/>
              <a:t>Title of section</a:t>
            </a:r>
          </a:p>
        </p:txBody>
      </p:sp>
      <p:sp>
        <p:nvSpPr>
          <p:cNvPr id="19" name="Text Placeholder 21">
            <a:extLst>
              <a:ext uri="{FF2B5EF4-FFF2-40B4-BE49-F238E27FC236}">
                <a16:creationId xmlns:a16="http://schemas.microsoft.com/office/drawing/2014/main" id="{2EB4EF4A-3E01-9D6A-F89D-A57C7AC8A6CE}"/>
              </a:ext>
            </a:extLst>
          </p:cNvPr>
          <p:cNvSpPr>
            <a:spLocks noGrp="1"/>
          </p:cNvSpPr>
          <p:nvPr>
            <p:ph type="body" sz="quarter" idx="21" hasCustomPrompt="1"/>
          </p:nvPr>
        </p:nvSpPr>
        <p:spPr>
          <a:xfrm>
            <a:off x="3573029" y="1608129"/>
            <a:ext cx="2224560" cy="1937083"/>
          </a:xfrm>
        </p:spPr>
        <p:txBody>
          <a:bodyPr lIns="91440" tIns="182880" rIns="91440" bIns="182880">
            <a:noAutofit/>
          </a:bodyPr>
          <a:lstStyle>
            <a:lvl1pPr marL="0" indent="0" algn="l">
              <a:buNone/>
              <a:defRPr sz="1800" b="1">
                <a:solidFill>
                  <a:schemeClr val="bg1"/>
                </a:solidFill>
              </a:defRPr>
            </a:lvl1pPr>
            <a:lvl2pPr marL="457200" indent="0">
              <a:buNone/>
              <a:defRPr sz="1600">
                <a:solidFill>
                  <a:schemeClr val="bg1"/>
                </a:solidFill>
              </a:defRPr>
            </a:lvl2pPr>
            <a:lvl3pPr marL="914400" indent="0">
              <a:buNone/>
              <a:defRPr sz="1600">
                <a:solidFill>
                  <a:schemeClr val="bg1"/>
                </a:solidFill>
              </a:defRPr>
            </a:lvl3pPr>
            <a:lvl4pPr marL="1371600" indent="0">
              <a:buNone/>
              <a:defRPr sz="1600">
                <a:solidFill>
                  <a:schemeClr val="bg1"/>
                </a:solidFill>
              </a:defRPr>
            </a:lvl4pPr>
            <a:lvl5pPr marL="1828800" indent="0">
              <a:buNone/>
              <a:defRPr sz="1600">
                <a:solidFill>
                  <a:schemeClr val="bg1"/>
                </a:solidFill>
              </a:defRPr>
            </a:lvl5pPr>
          </a:lstStyle>
          <a:p>
            <a:pPr lvl="0"/>
            <a:r>
              <a:rPr lang="en-US"/>
              <a:t>Title of section</a:t>
            </a:r>
          </a:p>
        </p:txBody>
      </p:sp>
      <p:sp>
        <p:nvSpPr>
          <p:cNvPr id="20" name="Text Placeholder 21">
            <a:extLst>
              <a:ext uri="{FF2B5EF4-FFF2-40B4-BE49-F238E27FC236}">
                <a16:creationId xmlns:a16="http://schemas.microsoft.com/office/drawing/2014/main" id="{1C98F391-58FB-C7BD-2E51-C4161A820F23}"/>
              </a:ext>
            </a:extLst>
          </p:cNvPr>
          <p:cNvSpPr>
            <a:spLocks noGrp="1"/>
          </p:cNvSpPr>
          <p:nvPr>
            <p:ph type="body" sz="quarter" idx="22" hasCustomPrompt="1"/>
          </p:nvPr>
        </p:nvSpPr>
        <p:spPr>
          <a:xfrm>
            <a:off x="6376243" y="1608129"/>
            <a:ext cx="2224560" cy="1937083"/>
          </a:xfrm>
        </p:spPr>
        <p:txBody>
          <a:bodyPr lIns="91440" tIns="182880" rIns="91440" bIns="182880">
            <a:noAutofit/>
          </a:bodyPr>
          <a:lstStyle>
            <a:lvl1pPr marL="0" indent="0" algn="l">
              <a:buNone/>
              <a:defRPr sz="1800" b="1">
                <a:solidFill>
                  <a:schemeClr val="bg1"/>
                </a:solidFill>
              </a:defRPr>
            </a:lvl1pPr>
            <a:lvl2pPr marL="457200" indent="0">
              <a:buNone/>
              <a:defRPr sz="1600">
                <a:solidFill>
                  <a:schemeClr val="bg1"/>
                </a:solidFill>
              </a:defRPr>
            </a:lvl2pPr>
            <a:lvl3pPr marL="914400" indent="0">
              <a:buNone/>
              <a:defRPr sz="1600">
                <a:solidFill>
                  <a:schemeClr val="bg1"/>
                </a:solidFill>
              </a:defRPr>
            </a:lvl3pPr>
            <a:lvl4pPr marL="1371600" indent="0">
              <a:buNone/>
              <a:defRPr sz="1600">
                <a:solidFill>
                  <a:schemeClr val="bg1"/>
                </a:solidFill>
              </a:defRPr>
            </a:lvl4pPr>
            <a:lvl5pPr marL="1828800" indent="0">
              <a:buNone/>
              <a:defRPr sz="1600">
                <a:solidFill>
                  <a:schemeClr val="bg1"/>
                </a:solidFill>
              </a:defRPr>
            </a:lvl5pPr>
          </a:lstStyle>
          <a:p>
            <a:pPr lvl="0"/>
            <a:r>
              <a:rPr lang="en-US"/>
              <a:t>Title of section</a:t>
            </a:r>
          </a:p>
        </p:txBody>
      </p:sp>
      <p:sp>
        <p:nvSpPr>
          <p:cNvPr id="21" name="Text Placeholder 21">
            <a:extLst>
              <a:ext uri="{FF2B5EF4-FFF2-40B4-BE49-F238E27FC236}">
                <a16:creationId xmlns:a16="http://schemas.microsoft.com/office/drawing/2014/main" id="{74F0D0D5-B4D4-A3D0-7A1B-3972E6F815B4}"/>
              </a:ext>
            </a:extLst>
          </p:cNvPr>
          <p:cNvSpPr>
            <a:spLocks noGrp="1"/>
          </p:cNvSpPr>
          <p:nvPr>
            <p:ph type="body" sz="quarter" idx="23" hasCustomPrompt="1"/>
          </p:nvPr>
        </p:nvSpPr>
        <p:spPr>
          <a:xfrm>
            <a:off x="9117903" y="1608129"/>
            <a:ext cx="2224560" cy="1937083"/>
          </a:xfrm>
        </p:spPr>
        <p:txBody>
          <a:bodyPr lIns="91440" tIns="182880" rIns="91440" bIns="182880">
            <a:noAutofit/>
          </a:bodyPr>
          <a:lstStyle>
            <a:lvl1pPr marL="0" indent="0" algn="l">
              <a:buNone/>
              <a:defRPr sz="1800" b="1">
                <a:solidFill>
                  <a:schemeClr val="bg1"/>
                </a:solidFill>
              </a:defRPr>
            </a:lvl1pPr>
            <a:lvl2pPr marL="457200" indent="0">
              <a:buNone/>
              <a:defRPr sz="1600">
                <a:solidFill>
                  <a:schemeClr val="bg1"/>
                </a:solidFill>
              </a:defRPr>
            </a:lvl2pPr>
            <a:lvl3pPr marL="914400" indent="0">
              <a:buNone/>
              <a:defRPr sz="1600">
                <a:solidFill>
                  <a:schemeClr val="bg1"/>
                </a:solidFill>
              </a:defRPr>
            </a:lvl3pPr>
            <a:lvl4pPr marL="1371600" indent="0">
              <a:buNone/>
              <a:defRPr sz="1600">
                <a:solidFill>
                  <a:schemeClr val="bg1"/>
                </a:solidFill>
              </a:defRPr>
            </a:lvl4pPr>
            <a:lvl5pPr marL="1828800" indent="0">
              <a:buNone/>
              <a:defRPr sz="1600">
                <a:solidFill>
                  <a:schemeClr val="bg1"/>
                </a:solidFill>
              </a:defRPr>
            </a:lvl5pPr>
          </a:lstStyle>
          <a:p>
            <a:pPr lvl="0"/>
            <a:r>
              <a:rPr lang="en-US"/>
              <a:t>Title of section</a:t>
            </a:r>
          </a:p>
        </p:txBody>
      </p:sp>
      <p:sp>
        <p:nvSpPr>
          <p:cNvPr id="25" name="Text Placeholder 21">
            <a:extLst>
              <a:ext uri="{FF2B5EF4-FFF2-40B4-BE49-F238E27FC236}">
                <a16:creationId xmlns:a16="http://schemas.microsoft.com/office/drawing/2014/main" id="{BDF0FE2A-B105-04D8-2B46-0789A9563311}"/>
              </a:ext>
            </a:extLst>
          </p:cNvPr>
          <p:cNvSpPr>
            <a:spLocks noGrp="1"/>
          </p:cNvSpPr>
          <p:nvPr>
            <p:ph type="body" sz="quarter" idx="24" hasCustomPrompt="1"/>
          </p:nvPr>
        </p:nvSpPr>
        <p:spPr>
          <a:xfrm>
            <a:off x="831369" y="3893496"/>
            <a:ext cx="2224560" cy="1937083"/>
          </a:xfrm>
        </p:spPr>
        <p:txBody>
          <a:bodyPr lIns="91440" tIns="182880" rIns="91440" bIns="182880">
            <a:noAutofit/>
          </a:bodyPr>
          <a:lstStyle>
            <a:lvl1pPr marL="0" indent="0" algn="l">
              <a:buNone/>
              <a:defRPr sz="1800" b="1">
                <a:solidFill>
                  <a:schemeClr val="bg1"/>
                </a:solidFill>
              </a:defRPr>
            </a:lvl1pPr>
            <a:lvl2pPr marL="457200" indent="0">
              <a:buNone/>
              <a:defRPr sz="1600">
                <a:solidFill>
                  <a:schemeClr val="bg1"/>
                </a:solidFill>
              </a:defRPr>
            </a:lvl2pPr>
            <a:lvl3pPr marL="914400" indent="0">
              <a:buNone/>
              <a:defRPr sz="1600">
                <a:solidFill>
                  <a:schemeClr val="bg1"/>
                </a:solidFill>
              </a:defRPr>
            </a:lvl3pPr>
            <a:lvl4pPr marL="1371600" indent="0">
              <a:buNone/>
              <a:defRPr sz="1600">
                <a:solidFill>
                  <a:schemeClr val="bg1"/>
                </a:solidFill>
              </a:defRPr>
            </a:lvl4pPr>
            <a:lvl5pPr marL="1828800" indent="0">
              <a:buNone/>
              <a:defRPr sz="1600">
                <a:solidFill>
                  <a:schemeClr val="bg1"/>
                </a:solidFill>
              </a:defRPr>
            </a:lvl5pPr>
          </a:lstStyle>
          <a:p>
            <a:pPr lvl="0"/>
            <a:r>
              <a:rPr lang="en-US"/>
              <a:t>Title of section</a:t>
            </a:r>
          </a:p>
        </p:txBody>
      </p:sp>
      <p:sp>
        <p:nvSpPr>
          <p:cNvPr id="26" name="Text Placeholder 21">
            <a:extLst>
              <a:ext uri="{FF2B5EF4-FFF2-40B4-BE49-F238E27FC236}">
                <a16:creationId xmlns:a16="http://schemas.microsoft.com/office/drawing/2014/main" id="{1569E2C5-E294-39CA-368B-18D97DE1FFA4}"/>
              </a:ext>
            </a:extLst>
          </p:cNvPr>
          <p:cNvSpPr>
            <a:spLocks noGrp="1"/>
          </p:cNvSpPr>
          <p:nvPr>
            <p:ph type="body" sz="quarter" idx="25" hasCustomPrompt="1"/>
          </p:nvPr>
        </p:nvSpPr>
        <p:spPr>
          <a:xfrm>
            <a:off x="3573029" y="3893496"/>
            <a:ext cx="2224560" cy="1937083"/>
          </a:xfrm>
        </p:spPr>
        <p:txBody>
          <a:bodyPr lIns="91440" tIns="182880" rIns="91440" bIns="182880">
            <a:noAutofit/>
          </a:bodyPr>
          <a:lstStyle>
            <a:lvl1pPr marL="0" indent="0" algn="l">
              <a:buNone/>
              <a:defRPr sz="1800" b="1">
                <a:solidFill>
                  <a:schemeClr val="bg1"/>
                </a:solidFill>
              </a:defRPr>
            </a:lvl1pPr>
            <a:lvl2pPr marL="457200" indent="0">
              <a:buNone/>
              <a:defRPr sz="1600">
                <a:solidFill>
                  <a:schemeClr val="bg1"/>
                </a:solidFill>
              </a:defRPr>
            </a:lvl2pPr>
            <a:lvl3pPr marL="914400" indent="0">
              <a:buNone/>
              <a:defRPr sz="1600">
                <a:solidFill>
                  <a:schemeClr val="bg1"/>
                </a:solidFill>
              </a:defRPr>
            </a:lvl3pPr>
            <a:lvl4pPr marL="1371600" indent="0">
              <a:buNone/>
              <a:defRPr sz="1600">
                <a:solidFill>
                  <a:schemeClr val="bg1"/>
                </a:solidFill>
              </a:defRPr>
            </a:lvl4pPr>
            <a:lvl5pPr marL="1828800" indent="0">
              <a:buNone/>
              <a:defRPr sz="1600">
                <a:solidFill>
                  <a:schemeClr val="bg1"/>
                </a:solidFill>
              </a:defRPr>
            </a:lvl5pPr>
          </a:lstStyle>
          <a:p>
            <a:pPr lvl="0"/>
            <a:r>
              <a:rPr lang="en-US"/>
              <a:t>Title of section</a:t>
            </a:r>
          </a:p>
        </p:txBody>
      </p:sp>
      <p:sp>
        <p:nvSpPr>
          <p:cNvPr id="27" name="Text Placeholder 21">
            <a:extLst>
              <a:ext uri="{FF2B5EF4-FFF2-40B4-BE49-F238E27FC236}">
                <a16:creationId xmlns:a16="http://schemas.microsoft.com/office/drawing/2014/main" id="{C88C4F21-87EB-A333-00CB-B3AC5AA1D158}"/>
              </a:ext>
            </a:extLst>
          </p:cNvPr>
          <p:cNvSpPr>
            <a:spLocks noGrp="1"/>
          </p:cNvSpPr>
          <p:nvPr>
            <p:ph type="body" sz="quarter" idx="26" hasCustomPrompt="1"/>
          </p:nvPr>
        </p:nvSpPr>
        <p:spPr>
          <a:xfrm>
            <a:off x="6376243" y="3893496"/>
            <a:ext cx="2224560" cy="1937083"/>
          </a:xfrm>
        </p:spPr>
        <p:txBody>
          <a:bodyPr lIns="91440" tIns="182880" rIns="91440" bIns="182880">
            <a:noAutofit/>
          </a:bodyPr>
          <a:lstStyle>
            <a:lvl1pPr marL="0" indent="0" algn="l">
              <a:buNone/>
              <a:defRPr sz="1800" b="1">
                <a:solidFill>
                  <a:schemeClr val="bg1"/>
                </a:solidFill>
              </a:defRPr>
            </a:lvl1pPr>
            <a:lvl2pPr marL="457200" indent="0">
              <a:buNone/>
              <a:defRPr sz="1600">
                <a:solidFill>
                  <a:schemeClr val="bg1"/>
                </a:solidFill>
              </a:defRPr>
            </a:lvl2pPr>
            <a:lvl3pPr marL="914400" indent="0">
              <a:buNone/>
              <a:defRPr sz="1600">
                <a:solidFill>
                  <a:schemeClr val="bg1"/>
                </a:solidFill>
              </a:defRPr>
            </a:lvl3pPr>
            <a:lvl4pPr marL="1371600" indent="0">
              <a:buNone/>
              <a:defRPr sz="1600">
                <a:solidFill>
                  <a:schemeClr val="bg1"/>
                </a:solidFill>
              </a:defRPr>
            </a:lvl4pPr>
            <a:lvl5pPr marL="1828800" indent="0">
              <a:buNone/>
              <a:defRPr sz="1600">
                <a:solidFill>
                  <a:schemeClr val="bg1"/>
                </a:solidFill>
              </a:defRPr>
            </a:lvl5pPr>
          </a:lstStyle>
          <a:p>
            <a:pPr lvl="0"/>
            <a:r>
              <a:rPr lang="en-US"/>
              <a:t>Title of section</a:t>
            </a:r>
          </a:p>
        </p:txBody>
      </p:sp>
      <p:sp>
        <p:nvSpPr>
          <p:cNvPr id="28" name="Text Placeholder 21">
            <a:extLst>
              <a:ext uri="{FF2B5EF4-FFF2-40B4-BE49-F238E27FC236}">
                <a16:creationId xmlns:a16="http://schemas.microsoft.com/office/drawing/2014/main" id="{B8A8C8A9-B49C-84DB-6E38-A2E5467B0014}"/>
              </a:ext>
            </a:extLst>
          </p:cNvPr>
          <p:cNvSpPr>
            <a:spLocks noGrp="1"/>
          </p:cNvSpPr>
          <p:nvPr>
            <p:ph type="body" sz="quarter" idx="27" hasCustomPrompt="1"/>
          </p:nvPr>
        </p:nvSpPr>
        <p:spPr>
          <a:xfrm>
            <a:off x="9117903" y="3893496"/>
            <a:ext cx="2224560" cy="1937083"/>
          </a:xfrm>
        </p:spPr>
        <p:txBody>
          <a:bodyPr lIns="91440" tIns="182880" rIns="91440" bIns="182880">
            <a:noAutofit/>
          </a:bodyPr>
          <a:lstStyle>
            <a:lvl1pPr marL="0" indent="0" algn="l">
              <a:buNone/>
              <a:defRPr sz="1800" b="1">
                <a:solidFill>
                  <a:schemeClr val="bg1"/>
                </a:solidFill>
              </a:defRPr>
            </a:lvl1pPr>
            <a:lvl2pPr marL="457200" indent="0">
              <a:buNone/>
              <a:defRPr sz="1600">
                <a:solidFill>
                  <a:schemeClr val="bg1"/>
                </a:solidFill>
              </a:defRPr>
            </a:lvl2pPr>
            <a:lvl3pPr marL="914400" indent="0">
              <a:buNone/>
              <a:defRPr sz="1600">
                <a:solidFill>
                  <a:schemeClr val="bg1"/>
                </a:solidFill>
              </a:defRPr>
            </a:lvl3pPr>
            <a:lvl4pPr marL="1371600" indent="0">
              <a:buNone/>
              <a:defRPr sz="1600">
                <a:solidFill>
                  <a:schemeClr val="bg1"/>
                </a:solidFill>
              </a:defRPr>
            </a:lvl4pPr>
            <a:lvl5pPr marL="1828800" indent="0">
              <a:buNone/>
              <a:defRPr sz="1600">
                <a:solidFill>
                  <a:schemeClr val="bg1"/>
                </a:solidFill>
              </a:defRPr>
            </a:lvl5pPr>
          </a:lstStyle>
          <a:p>
            <a:pPr lvl="0"/>
            <a:r>
              <a:rPr lang="en-US"/>
              <a:t>Title of section</a:t>
            </a:r>
          </a:p>
        </p:txBody>
      </p:sp>
    </p:spTree>
    <p:extLst>
      <p:ext uri="{BB962C8B-B14F-4D97-AF65-F5344CB8AC3E}">
        <p14:creationId xmlns:p14="http://schemas.microsoft.com/office/powerpoint/2010/main" val="33734594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Image series">
    <p:spTree>
      <p:nvGrpSpPr>
        <p:cNvPr id="1" name=""/>
        <p:cNvGrpSpPr/>
        <p:nvPr/>
      </p:nvGrpSpPr>
      <p:grpSpPr>
        <a:xfrm>
          <a:off x="0" y="0"/>
          <a:ext cx="0" cy="0"/>
          <a:chOff x="0" y="0"/>
          <a:chExt cx="0" cy="0"/>
        </a:xfrm>
      </p:grpSpPr>
      <p:sp>
        <p:nvSpPr>
          <p:cNvPr id="118" name="Picture Placeholder 117">
            <a:extLst>
              <a:ext uri="{FF2B5EF4-FFF2-40B4-BE49-F238E27FC236}">
                <a16:creationId xmlns:a16="http://schemas.microsoft.com/office/drawing/2014/main" id="{FCAA6D76-9D9F-EEEC-3A19-B8672A58A5A7}"/>
              </a:ext>
            </a:extLst>
          </p:cNvPr>
          <p:cNvSpPr>
            <a:spLocks noGrp="1"/>
          </p:cNvSpPr>
          <p:nvPr>
            <p:ph type="pic" sz="quarter" idx="13"/>
          </p:nvPr>
        </p:nvSpPr>
        <p:spPr>
          <a:xfrm>
            <a:off x="7645400" y="-6350"/>
            <a:ext cx="4546600" cy="2155825"/>
          </a:xfrm>
          <a:solidFill>
            <a:schemeClr val="bg2"/>
          </a:solidFill>
        </p:spPr>
        <p:txBody>
          <a:bodyPr/>
          <a:lstStyle/>
          <a:p>
            <a:r>
              <a:rPr lang="en-US"/>
              <a:t>Click icon to add picture</a:t>
            </a:r>
          </a:p>
        </p:txBody>
      </p:sp>
      <p:sp>
        <p:nvSpPr>
          <p:cNvPr id="121" name="Picture Placeholder 120">
            <a:extLst>
              <a:ext uri="{FF2B5EF4-FFF2-40B4-BE49-F238E27FC236}">
                <a16:creationId xmlns:a16="http://schemas.microsoft.com/office/drawing/2014/main" id="{374474B3-1A16-3799-2DA6-5E1F9B62F1F2}"/>
              </a:ext>
            </a:extLst>
          </p:cNvPr>
          <p:cNvSpPr>
            <a:spLocks noGrp="1"/>
          </p:cNvSpPr>
          <p:nvPr>
            <p:ph type="pic" sz="quarter" idx="14"/>
          </p:nvPr>
        </p:nvSpPr>
        <p:spPr>
          <a:xfrm>
            <a:off x="7645400" y="2352675"/>
            <a:ext cx="4546600" cy="2149475"/>
          </a:xfrm>
          <a:solidFill>
            <a:schemeClr val="bg2"/>
          </a:solidFill>
        </p:spPr>
        <p:txBody>
          <a:bodyPr/>
          <a:lstStyle/>
          <a:p>
            <a:r>
              <a:rPr lang="en-US"/>
              <a:t>Click icon to add picture</a:t>
            </a:r>
          </a:p>
        </p:txBody>
      </p:sp>
      <p:sp>
        <p:nvSpPr>
          <p:cNvPr id="123" name="Picture Placeholder 122">
            <a:extLst>
              <a:ext uri="{FF2B5EF4-FFF2-40B4-BE49-F238E27FC236}">
                <a16:creationId xmlns:a16="http://schemas.microsoft.com/office/drawing/2014/main" id="{0285EA67-185C-FA9B-F112-0DEA71BAF9A1}"/>
              </a:ext>
            </a:extLst>
          </p:cNvPr>
          <p:cNvSpPr>
            <a:spLocks noGrp="1"/>
          </p:cNvSpPr>
          <p:nvPr>
            <p:ph type="pic" sz="quarter" idx="15"/>
          </p:nvPr>
        </p:nvSpPr>
        <p:spPr>
          <a:xfrm>
            <a:off x="7645400" y="4703763"/>
            <a:ext cx="4546600" cy="2154237"/>
          </a:xfrm>
          <a:solidFill>
            <a:schemeClr val="bg2"/>
          </a:solidFill>
        </p:spPr>
        <p:txBody>
          <a:bodyPr/>
          <a:lstStyle/>
          <a:p>
            <a:r>
              <a:rPr lang="en-US"/>
              <a:t>Click icon to add picture</a:t>
            </a:r>
          </a:p>
        </p:txBody>
      </p:sp>
      <p:sp>
        <p:nvSpPr>
          <p:cNvPr id="2" name="Title 1">
            <a:extLst>
              <a:ext uri="{FF2B5EF4-FFF2-40B4-BE49-F238E27FC236}">
                <a16:creationId xmlns:a16="http://schemas.microsoft.com/office/drawing/2014/main" id="{265D5DB1-B0F4-39A7-9E5F-343BB17944E4}"/>
              </a:ext>
            </a:extLst>
          </p:cNvPr>
          <p:cNvSpPr>
            <a:spLocks noGrp="1"/>
          </p:cNvSpPr>
          <p:nvPr>
            <p:ph type="title" hasCustomPrompt="1"/>
          </p:nvPr>
        </p:nvSpPr>
        <p:spPr>
          <a:xfrm>
            <a:off x="314693" y="365125"/>
            <a:ext cx="6736022" cy="1006475"/>
          </a:xfrm>
        </p:spPr>
        <p:txBody>
          <a:bodyPr>
            <a:noAutofit/>
          </a:bodyPr>
          <a:lstStyle>
            <a:lvl1pPr>
              <a:defRPr b="1">
                <a:solidFill>
                  <a:schemeClr val="tx1"/>
                </a:solidFill>
              </a:defRPr>
            </a:lvl1pPr>
          </a:lstStyle>
          <a:p>
            <a:r>
              <a:rPr lang="en-US"/>
              <a:t>One-sentence headline stating </a:t>
            </a:r>
            <a:br>
              <a:rPr lang="en-US"/>
            </a:br>
            <a:r>
              <a:rPr lang="en-US"/>
              <a:t>the main takeaway message </a:t>
            </a:r>
          </a:p>
        </p:txBody>
      </p:sp>
      <p:sp>
        <p:nvSpPr>
          <p:cNvPr id="113" name="Text Placeholder 112">
            <a:extLst>
              <a:ext uri="{FF2B5EF4-FFF2-40B4-BE49-F238E27FC236}">
                <a16:creationId xmlns:a16="http://schemas.microsoft.com/office/drawing/2014/main" id="{561B3BD0-8400-FE4A-5A3F-210329D8A10F}"/>
              </a:ext>
            </a:extLst>
          </p:cNvPr>
          <p:cNvSpPr>
            <a:spLocks noGrp="1"/>
          </p:cNvSpPr>
          <p:nvPr>
            <p:ph type="body" sz="quarter" idx="12" hasCustomPrompt="1"/>
          </p:nvPr>
        </p:nvSpPr>
        <p:spPr>
          <a:xfrm>
            <a:off x="314693" y="1817559"/>
            <a:ext cx="6763894" cy="4324823"/>
          </a:xfrm>
        </p:spPr>
        <p:txBody>
          <a:bodyPr>
            <a:noAutofit/>
          </a:bodyPr>
          <a:lstStyle>
            <a:lvl1pPr marL="0" indent="0">
              <a:buNone/>
              <a:defRPr sz="2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r>
              <a:rPr lang="en-US"/>
              <a:t>Supporting point 1</a:t>
            </a:r>
            <a:br>
              <a:rPr lang="en-US"/>
            </a:br>
            <a:r>
              <a:rPr lang="en-US"/>
              <a:t>Supporting point 2</a:t>
            </a:r>
            <a:br>
              <a:rPr lang="en-US"/>
            </a:br>
            <a:r>
              <a:rPr lang="en-US"/>
              <a:t>Supporting point 3</a:t>
            </a:r>
          </a:p>
        </p:txBody>
      </p:sp>
      <p:sp>
        <p:nvSpPr>
          <p:cNvPr id="4" name="Rectangle 6">
            <a:extLst>
              <a:ext uri="{FF2B5EF4-FFF2-40B4-BE49-F238E27FC236}">
                <a16:creationId xmlns:a16="http://schemas.microsoft.com/office/drawing/2014/main" id="{DAF7721B-92F3-10FF-5A89-459D1C6BA969}"/>
              </a:ext>
            </a:extLst>
          </p:cNvPr>
          <p:cNvSpPr>
            <a:spLocks noChangeArrowheads="1"/>
          </p:cNvSpPr>
          <p:nvPr userDrawn="1"/>
        </p:nvSpPr>
        <p:spPr bwMode="auto">
          <a:xfrm flipH="1">
            <a:off x="11526723" y="6576851"/>
            <a:ext cx="280401" cy="152400"/>
          </a:xfrm>
          <a:prstGeom prst="rect">
            <a:avLst/>
          </a:prstGeom>
          <a:noFill/>
          <a:ln w="9525">
            <a:noFill/>
            <a:miter lim="800000"/>
            <a:headEnd/>
            <a:tailEnd/>
          </a:ln>
          <a:effectLst/>
        </p:spPr>
        <p:txBody>
          <a:bodyPr lIns="0" tIns="0" rIns="0" bIns="0"/>
          <a:lstStyle/>
          <a:p>
            <a:pPr algn="ctr" defTabSz="173038">
              <a:lnSpc>
                <a:spcPct val="90000"/>
              </a:lnSpc>
              <a:tabLst>
                <a:tab pos="230188" algn="l"/>
              </a:tabLst>
              <a:defRPr/>
            </a:pPr>
            <a:fld id="{040BB257-551A-4736-B50F-DCF1BA034C06}" type="slidenum">
              <a:rPr lang="en-US" sz="1000" smtClean="0">
                <a:solidFill>
                  <a:schemeClr val="bg1"/>
                </a:solidFill>
                <a:latin typeface="Roboto" panose="02000000000000000000" pitchFamily="2" charset="0"/>
                <a:ea typeface="Roboto" panose="02000000000000000000" pitchFamily="2" charset="0"/>
                <a:cs typeface="Times New Roman" panose="02020603050405020304" pitchFamily="18" charset="0"/>
              </a:rPr>
              <a:pPr algn="ctr" defTabSz="173038">
                <a:lnSpc>
                  <a:spcPct val="90000"/>
                </a:lnSpc>
                <a:tabLst>
                  <a:tab pos="230188" algn="l"/>
                </a:tabLst>
                <a:defRPr/>
              </a:pPr>
              <a:t>‹#›</a:t>
            </a:fld>
            <a:endParaRPr lang="en-US" sz="1000">
              <a:solidFill>
                <a:schemeClr val="bg1"/>
              </a:solidFill>
              <a:latin typeface="Roboto" panose="02000000000000000000" pitchFamily="2" charset="0"/>
              <a:ea typeface="Roboto" panose="02000000000000000000" pitchFamily="2" charset="0"/>
              <a:cs typeface="Times New Roman" panose="02020603050405020304" pitchFamily="18" charset="0"/>
            </a:endParaRPr>
          </a:p>
        </p:txBody>
      </p:sp>
    </p:spTree>
    <p:extLst>
      <p:ext uri="{BB962C8B-B14F-4D97-AF65-F5344CB8AC3E}">
        <p14:creationId xmlns:p14="http://schemas.microsoft.com/office/powerpoint/2010/main" val="33149681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Key image">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655F232B-0EDE-9AF7-8505-73A82A1D984A}"/>
              </a:ext>
            </a:extLst>
          </p:cNvPr>
          <p:cNvSpPr/>
          <p:nvPr userDrawn="1"/>
        </p:nvSpPr>
        <p:spPr>
          <a:xfrm>
            <a:off x="0" y="0"/>
            <a:ext cx="467885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6D7CE54-A067-C608-8071-D9BFAF60EA84}"/>
              </a:ext>
            </a:extLst>
          </p:cNvPr>
          <p:cNvSpPr>
            <a:spLocks noGrp="1"/>
          </p:cNvSpPr>
          <p:nvPr>
            <p:ph type="title" hasCustomPrompt="1"/>
          </p:nvPr>
        </p:nvSpPr>
        <p:spPr>
          <a:xfrm>
            <a:off x="314692" y="365125"/>
            <a:ext cx="3899310" cy="1900997"/>
          </a:xfrm>
        </p:spPr>
        <p:txBody>
          <a:bodyPr/>
          <a:lstStyle/>
          <a:p>
            <a:r>
              <a:rPr lang="en-US"/>
              <a:t>One-sentence headline stating </a:t>
            </a:r>
            <a:br>
              <a:rPr lang="en-US"/>
            </a:br>
            <a:r>
              <a:rPr lang="en-US"/>
              <a:t>the main takeaway message </a:t>
            </a:r>
          </a:p>
        </p:txBody>
      </p:sp>
      <p:sp>
        <p:nvSpPr>
          <p:cNvPr id="3" name="Content Placeholder 2">
            <a:extLst>
              <a:ext uri="{FF2B5EF4-FFF2-40B4-BE49-F238E27FC236}">
                <a16:creationId xmlns:a16="http://schemas.microsoft.com/office/drawing/2014/main" id="{92B9DD14-4659-B8FE-84E6-93F5C544420C}"/>
              </a:ext>
            </a:extLst>
          </p:cNvPr>
          <p:cNvSpPr>
            <a:spLocks noGrp="1"/>
          </p:cNvSpPr>
          <p:nvPr>
            <p:ph sz="half" idx="1" hasCustomPrompt="1"/>
          </p:nvPr>
        </p:nvSpPr>
        <p:spPr>
          <a:xfrm>
            <a:off x="314692" y="2631247"/>
            <a:ext cx="3899310" cy="3511136"/>
          </a:xfrm>
        </p:spPr>
        <p:txBody>
          <a:bodyPr/>
          <a:lstStyle>
            <a:lvl1pPr marL="0" indent="0">
              <a:buNone/>
              <a:defRPr sz="2000"/>
            </a:lvl1pPr>
          </a:lstStyle>
          <a:p>
            <a:r>
              <a:rPr lang="en-US"/>
              <a:t>Supporting point 1</a:t>
            </a:r>
            <a:br>
              <a:rPr lang="en-US"/>
            </a:br>
            <a:r>
              <a:rPr lang="en-US"/>
              <a:t>Supporting point 2</a:t>
            </a:r>
            <a:br>
              <a:rPr lang="en-US"/>
            </a:br>
            <a:r>
              <a:rPr lang="en-US"/>
              <a:t>Supporting point 3</a:t>
            </a:r>
          </a:p>
        </p:txBody>
      </p:sp>
      <p:sp>
        <p:nvSpPr>
          <p:cNvPr id="5" name="Picture Placeholder 4">
            <a:extLst>
              <a:ext uri="{FF2B5EF4-FFF2-40B4-BE49-F238E27FC236}">
                <a16:creationId xmlns:a16="http://schemas.microsoft.com/office/drawing/2014/main" id="{A40400C1-7283-FABD-80B9-45AEE1D1F5D9}"/>
              </a:ext>
            </a:extLst>
          </p:cNvPr>
          <p:cNvSpPr>
            <a:spLocks noGrp="1"/>
          </p:cNvSpPr>
          <p:nvPr>
            <p:ph type="pic" sz="quarter" idx="10"/>
          </p:nvPr>
        </p:nvSpPr>
        <p:spPr>
          <a:xfrm>
            <a:off x="4678363" y="0"/>
            <a:ext cx="7513637" cy="6858000"/>
          </a:xfrm>
        </p:spPr>
        <p:txBody>
          <a:bodyPr/>
          <a:lstStyle/>
          <a:p>
            <a:r>
              <a:rPr lang="en-US"/>
              <a:t>Click icon to add picture</a:t>
            </a:r>
          </a:p>
        </p:txBody>
      </p:sp>
      <p:pic>
        <p:nvPicPr>
          <p:cNvPr id="4" name="Graphic 3">
            <a:extLst>
              <a:ext uri="{FF2B5EF4-FFF2-40B4-BE49-F238E27FC236}">
                <a16:creationId xmlns:a16="http://schemas.microsoft.com/office/drawing/2014/main" id="{2059A002-CFDF-58EF-945F-28E943618A5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14693" y="6431818"/>
            <a:ext cx="1188988" cy="285824"/>
          </a:xfrm>
          <a:prstGeom prst="rect">
            <a:avLst/>
          </a:prstGeom>
        </p:spPr>
      </p:pic>
    </p:spTree>
    <p:extLst>
      <p:ext uri="{BB962C8B-B14F-4D97-AF65-F5344CB8AC3E}">
        <p14:creationId xmlns:p14="http://schemas.microsoft.com/office/powerpoint/2010/main" val="181537675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Image series">
    <p:spTree>
      <p:nvGrpSpPr>
        <p:cNvPr id="1" name=""/>
        <p:cNvGrpSpPr/>
        <p:nvPr/>
      </p:nvGrpSpPr>
      <p:grpSpPr>
        <a:xfrm>
          <a:off x="0" y="0"/>
          <a:ext cx="0" cy="0"/>
          <a:chOff x="0" y="0"/>
          <a:chExt cx="0" cy="0"/>
        </a:xfrm>
      </p:grpSpPr>
      <p:sp>
        <p:nvSpPr>
          <p:cNvPr id="142" name="Freeform 141">
            <a:extLst>
              <a:ext uri="{FF2B5EF4-FFF2-40B4-BE49-F238E27FC236}">
                <a16:creationId xmlns:a16="http://schemas.microsoft.com/office/drawing/2014/main" id="{C5299A65-0A0F-7322-3425-6AD66F71B882}"/>
              </a:ext>
            </a:extLst>
          </p:cNvPr>
          <p:cNvSpPr/>
          <p:nvPr userDrawn="1"/>
        </p:nvSpPr>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a:solidFill>
            <a:schemeClr val="tx1"/>
          </a:solidFill>
          <a:ln w="0" cap="flat">
            <a:noFill/>
            <a:prstDash val="solid"/>
            <a:miter/>
          </a:ln>
        </p:spPr>
        <p:txBody>
          <a:bodyPr rtlCol="0" anchor="ctr"/>
          <a:lstStyle/>
          <a:p>
            <a:endParaRPr lang="en-US"/>
          </a:p>
        </p:txBody>
      </p:sp>
      <p:sp>
        <p:nvSpPr>
          <p:cNvPr id="136" name="Picture Placeholder 135">
            <a:extLst>
              <a:ext uri="{FF2B5EF4-FFF2-40B4-BE49-F238E27FC236}">
                <a16:creationId xmlns:a16="http://schemas.microsoft.com/office/drawing/2014/main" id="{5DC2D7C4-BFF1-5433-4DFD-06CB8AACA1BC}"/>
              </a:ext>
            </a:extLst>
          </p:cNvPr>
          <p:cNvSpPr>
            <a:spLocks noGrp="1"/>
          </p:cNvSpPr>
          <p:nvPr>
            <p:ph type="pic" sz="quarter" idx="13"/>
          </p:nvPr>
        </p:nvSpPr>
        <p:spPr>
          <a:xfrm>
            <a:off x="7642225" y="0"/>
            <a:ext cx="2151063" cy="2151063"/>
          </a:xfrm>
          <a:solidFill>
            <a:schemeClr val="bg2"/>
          </a:solidFill>
        </p:spPr>
        <p:txBody>
          <a:bodyPr/>
          <a:lstStyle/>
          <a:p>
            <a:r>
              <a:rPr lang="en-US"/>
              <a:t>Click icon to add picture</a:t>
            </a:r>
          </a:p>
        </p:txBody>
      </p:sp>
      <p:sp>
        <p:nvSpPr>
          <p:cNvPr id="137" name="Picture Placeholder 135">
            <a:extLst>
              <a:ext uri="{FF2B5EF4-FFF2-40B4-BE49-F238E27FC236}">
                <a16:creationId xmlns:a16="http://schemas.microsoft.com/office/drawing/2014/main" id="{859767F7-2911-36C4-18C3-120D9FA7D632}"/>
              </a:ext>
            </a:extLst>
          </p:cNvPr>
          <p:cNvSpPr>
            <a:spLocks noGrp="1"/>
          </p:cNvSpPr>
          <p:nvPr>
            <p:ph type="pic" sz="quarter" idx="14"/>
          </p:nvPr>
        </p:nvSpPr>
        <p:spPr>
          <a:xfrm>
            <a:off x="10044833" y="0"/>
            <a:ext cx="2151063" cy="2151063"/>
          </a:xfrm>
          <a:solidFill>
            <a:schemeClr val="bg2"/>
          </a:solidFill>
        </p:spPr>
        <p:txBody>
          <a:bodyPr/>
          <a:lstStyle/>
          <a:p>
            <a:r>
              <a:rPr lang="en-US"/>
              <a:t>Click icon to add picture</a:t>
            </a:r>
          </a:p>
        </p:txBody>
      </p:sp>
      <p:sp>
        <p:nvSpPr>
          <p:cNvPr id="138" name="Picture Placeholder 135">
            <a:extLst>
              <a:ext uri="{FF2B5EF4-FFF2-40B4-BE49-F238E27FC236}">
                <a16:creationId xmlns:a16="http://schemas.microsoft.com/office/drawing/2014/main" id="{FC9DC632-E163-36B5-D009-C52439676110}"/>
              </a:ext>
            </a:extLst>
          </p:cNvPr>
          <p:cNvSpPr>
            <a:spLocks noGrp="1"/>
          </p:cNvSpPr>
          <p:nvPr>
            <p:ph type="pic" sz="quarter" idx="15"/>
          </p:nvPr>
        </p:nvSpPr>
        <p:spPr>
          <a:xfrm>
            <a:off x="7642225" y="2353563"/>
            <a:ext cx="2151063" cy="2151063"/>
          </a:xfrm>
          <a:solidFill>
            <a:schemeClr val="bg2"/>
          </a:solidFill>
        </p:spPr>
        <p:txBody>
          <a:bodyPr/>
          <a:lstStyle/>
          <a:p>
            <a:r>
              <a:rPr lang="en-US"/>
              <a:t>Click icon to add picture</a:t>
            </a:r>
          </a:p>
        </p:txBody>
      </p:sp>
      <p:sp>
        <p:nvSpPr>
          <p:cNvPr id="139" name="Picture Placeholder 135">
            <a:extLst>
              <a:ext uri="{FF2B5EF4-FFF2-40B4-BE49-F238E27FC236}">
                <a16:creationId xmlns:a16="http://schemas.microsoft.com/office/drawing/2014/main" id="{99255166-5F9E-0685-2DC9-C0962F7791A1}"/>
              </a:ext>
            </a:extLst>
          </p:cNvPr>
          <p:cNvSpPr>
            <a:spLocks noGrp="1"/>
          </p:cNvSpPr>
          <p:nvPr>
            <p:ph type="pic" sz="quarter" idx="16"/>
          </p:nvPr>
        </p:nvSpPr>
        <p:spPr>
          <a:xfrm>
            <a:off x="10044833" y="2353563"/>
            <a:ext cx="2151063" cy="2151063"/>
          </a:xfrm>
          <a:solidFill>
            <a:schemeClr val="bg2"/>
          </a:solidFill>
        </p:spPr>
        <p:txBody>
          <a:bodyPr/>
          <a:lstStyle/>
          <a:p>
            <a:r>
              <a:rPr lang="en-US"/>
              <a:t>Click icon to add picture</a:t>
            </a:r>
          </a:p>
        </p:txBody>
      </p:sp>
      <p:sp>
        <p:nvSpPr>
          <p:cNvPr id="140" name="Picture Placeholder 135">
            <a:extLst>
              <a:ext uri="{FF2B5EF4-FFF2-40B4-BE49-F238E27FC236}">
                <a16:creationId xmlns:a16="http://schemas.microsoft.com/office/drawing/2014/main" id="{0FA78FC9-062C-7D60-CDA4-C25CE63F78E4}"/>
              </a:ext>
            </a:extLst>
          </p:cNvPr>
          <p:cNvSpPr>
            <a:spLocks noGrp="1"/>
          </p:cNvSpPr>
          <p:nvPr>
            <p:ph type="pic" sz="quarter" idx="17"/>
          </p:nvPr>
        </p:nvSpPr>
        <p:spPr>
          <a:xfrm>
            <a:off x="7642225" y="4706937"/>
            <a:ext cx="2151063" cy="2151063"/>
          </a:xfrm>
          <a:solidFill>
            <a:schemeClr val="bg2"/>
          </a:solidFill>
        </p:spPr>
        <p:txBody>
          <a:bodyPr/>
          <a:lstStyle/>
          <a:p>
            <a:r>
              <a:rPr lang="en-US"/>
              <a:t>Click icon to add picture</a:t>
            </a:r>
          </a:p>
        </p:txBody>
      </p:sp>
      <p:sp>
        <p:nvSpPr>
          <p:cNvPr id="141" name="Picture Placeholder 135">
            <a:extLst>
              <a:ext uri="{FF2B5EF4-FFF2-40B4-BE49-F238E27FC236}">
                <a16:creationId xmlns:a16="http://schemas.microsoft.com/office/drawing/2014/main" id="{9521219C-7211-80DE-D33B-4B26EA6EEE98}"/>
              </a:ext>
            </a:extLst>
          </p:cNvPr>
          <p:cNvSpPr>
            <a:spLocks noGrp="1"/>
          </p:cNvSpPr>
          <p:nvPr>
            <p:ph type="pic" sz="quarter" idx="18"/>
          </p:nvPr>
        </p:nvSpPr>
        <p:spPr>
          <a:xfrm>
            <a:off x="10044833" y="4706937"/>
            <a:ext cx="2151063" cy="2151063"/>
          </a:xfrm>
          <a:solidFill>
            <a:schemeClr val="bg2"/>
          </a:solidFill>
        </p:spPr>
        <p:txBody>
          <a:bodyPr/>
          <a:lstStyle/>
          <a:p>
            <a:r>
              <a:rPr lang="en-US"/>
              <a:t>Click icon to add picture</a:t>
            </a:r>
          </a:p>
        </p:txBody>
      </p:sp>
      <p:sp>
        <p:nvSpPr>
          <p:cNvPr id="2" name="Title 1">
            <a:extLst>
              <a:ext uri="{FF2B5EF4-FFF2-40B4-BE49-F238E27FC236}">
                <a16:creationId xmlns:a16="http://schemas.microsoft.com/office/drawing/2014/main" id="{265D5DB1-B0F4-39A7-9E5F-343BB17944E4}"/>
              </a:ext>
            </a:extLst>
          </p:cNvPr>
          <p:cNvSpPr>
            <a:spLocks noGrp="1"/>
          </p:cNvSpPr>
          <p:nvPr>
            <p:ph type="title" hasCustomPrompt="1"/>
          </p:nvPr>
        </p:nvSpPr>
        <p:spPr>
          <a:xfrm>
            <a:off x="314693" y="365125"/>
            <a:ext cx="6736022" cy="886397"/>
          </a:xfrm>
        </p:spPr>
        <p:txBody>
          <a:bodyPr anchor="t" anchorCtr="0">
            <a:noAutofit/>
          </a:bodyPr>
          <a:lstStyle>
            <a:lvl1pPr>
              <a:defRPr b="1">
                <a:solidFill>
                  <a:schemeClr val="bg1"/>
                </a:solidFill>
              </a:defRPr>
            </a:lvl1pPr>
          </a:lstStyle>
          <a:p>
            <a:r>
              <a:rPr lang="en-US"/>
              <a:t>One-sentence headline stating </a:t>
            </a:r>
            <a:br>
              <a:rPr lang="en-US"/>
            </a:br>
            <a:r>
              <a:rPr lang="en-US"/>
              <a:t>the main takeaway message </a:t>
            </a:r>
          </a:p>
        </p:txBody>
      </p:sp>
      <p:sp>
        <p:nvSpPr>
          <p:cNvPr id="113" name="Text Placeholder 112">
            <a:extLst>
              <a:ext uri="{FF2B5EF4-FFF2-40B4-BE49-F238E27FC236}">
                <a16:creationId xmlns:a16="http://schemas.microsoft.com/office/drawing/2014/main" id="{561B3BD0-8400-FE4A-5A3F-210329D8A10F}"/>
              </a:ext>
            </a:extLst>
          </p:cNvPr>
          <p:cNvSpPr>
            <a:spLocks noGrp="1"/>
          </p:cNvSpPr>
          <p:nvPr>
            <p:ph type="body" sz="quarter" idx="12" hasCustomPrompt="1"/>
          </p:nvPr>
        </p:nvSpPr>
        <p:spPr>
          <a:xfrm>
            <a:off x="314693" y="1817560"/>
            <a:ext cx="6763894" cy="4354640"/>
          </a:xfrm>
        </p:spPr>
        <p:txBody>
          <a:bodyPr tIns="91440" anchor="t" anchorCtr="0">
            <a:noAutofit/>
          </a:bodyPr>
          <a:lstStyle>
            <a:lvl1pPr marL="0" indent="0">
              <a:spcBef>
                <a:spcPts val="1200"/>
              </a:spcBef>
              <a:spcAft>
                <a:spcPts val="60"/>
              </a:spcAft>
              <a:buNone/>
              <a:defRPr sz="1800" b="0" i="0">
                <a:solidFill>
                  <a:schemeClr val="bg1"/>
                </a:solidFill>
                <a:latin typeface="Roboto Light" panose="02000000000000000000" pitchFamily="2" charset="0"/>
                <a:ea typeface="Roboto Light" panose="02000000000000000000" pitchFamily="2" charset="0"/>
              </a:defRPr>
            </a:lvl1pPr>
            <a:lvl2pPr>
              <a:spcBef>
                <a:spcPts val="1200"/>
              </a:spcBef>
              <a:spcAft>
                <a:spcPts val="60"/>
              </a:spcAft>
              <a:defRPr b="0" i="0">
                <a:solidFill>
                  <a:schemeClr val="bg1"/>
                </a:solidFill>
                <a:latin typeface="Roboto Light" panose="02000000000000000000" pitchFamily="2" charset="0"/>
                <a:ea typeface="Roboto Light" panose="02000000000000000000" pitchFamily="2" charset="0"/>
              </a:defRPr>
            </a:lvl2pPr>
            <a:lvl3pPr>
              <a:spcBef>
                <a:spcPts val="1200"/>
              </a:spcBef>
              <a:spcAft>
                <a:spcPts val="60"/>
              </a:spcAft>
              <a:defRPr b="0" i="0">
                <a:solidFill>
                  <a:schemeClr val="bg1"/>
                </a:solidFill>
                <a:latin typeface="Roboto Light" panose="02000000000000000000" pitchFamily="2" charset="0"/>
                <a:ea typeface="Roboto Light" panose="02000000000000000000" pitchFamily="2" charset="0"/>
              </a:defRPr>
            </a:lvl3pPr>
            <a:lvl4pPr>
              <a:spcBef>
                <a:spcPts val="1200"/>
              </a:spcBef>
              <a:spcAft>
                <a:spcPts val="60"/>
              </a:spcAft>
              <a:defRPr b="0" i="0">
                <a:solidFill>
                  <a:schemeClr val="bg1"/>
                </a:solidFill>
                <a:latin typeface="Roboto Light" panose="02000000000000000000" pitchFamily="2" charset="0"/>
                <a:ea typeface="Roboto Light" panose="02000000000000000000" pitchFamily="2" charset="0"/>
              </a:defRPr>
            </a:lvl4pPr>
            <a:lvl5pPr>
              <a:spcBef>
                <a:spcPts val="1200"/>
              </a:spcBef>
              <a:spcAft>
                <a:spcPts val="60"/>
              </a:spcAft>
              <a:defRPr b="0" i="0">
                <a:solidFill>
                  <a:schemeClr val="bg1"/>
                </a:solidFill>
                <a:latin typeface="Roboto Light" panose="02000000000000000000" pitchFamily="2" charset="0"/>
                <a:ea typeface="Roboto Light" panose="02000000000000000000" pitchFamily="2" charset="0"/>
              </a:defRPr>
            </a:lvl5pPr>
          </a:lstStyle>
          <a:p>
            <a:r>
              <a:rPr lang="en-US"/>
              <a:t>Supporting point 1</a:t>
            </a:r>
          </a:p>
          <a:p>
            <a:r>
              <a:rPr lang="en-US"/>
              <a:t>Supporting point 2</a:t>
            </a:r>
          </a:p>
          <a:p>
            <a:r>
              <a:rPr lang="en-US"/>
              <a:t>Supporting point 3</a:t>
            </a:r>
          </a:p>
        </p:txBody>
      </p:sp>
      <p:sp>
        <p:nvSpPr>
          <p:cNvPr id="4" name="Rectangle 6">
            <a:extLst>
              <a:ext uri="{FF2B5EF4-FFF2-40B4-BE49-F238E27FC236}">
                <a16:creationId xmlns:a16="http://schemas.microsoft.com/office/drawing/2014/main" id="{7562B7F0-6B0A-3291-2731-E56176CBCD79}"/>
              </a:ext>
            </a:extLst>
          </p:cNvPr>
          <p:cNvSpPr>
            <a:spLocks noChangeArrowheads="1"/>
          </p:cNvSpPr>
          <p:nvPr userDrawn="1"/>
        </p:nvSpPr>
        <p:spPr bwMode="auto">
          <a:xfrm flipH="1">
            <a:off x="11526723" y="6576851"/>
            <a:ext cx="280401" cy="152400"/>
          </a:xfrm>
          <a:prstGeom prst="rect">
            <a:avLst/>
          </a:prstGeom>
          <a:noFill/>
          <a:ln w="9525">
            <a:noFill/>
            <a:miter lim="800000"/>
            <a:headEnd/>
            <a:tailEnd/>
          </a:ln>
          <a:effectLst/>
        </p:spPr>
        <p:txBody>
          <a:bodyPr lIns="0" tIns="0" rIns="0" bIns="0"/>
          <a:lstStyle/>
          <a:p>
            <a:pPr algn="ctr" defTabSz="173038">
              <a:lnSpc>
                <a:spcPct val="90000"/>
              </a:lnSpc>
              <a:tabLst>
                <a:tab pos="230188" algn="l"/>
              </a:tabLst>
              <a:defRPr/>
            </a:pPr>
            <a:fld id="{040BB257-551A-4736-B50F-DCF1BA034C06}" type="slidenum">
              <a:rPr lang="en-US" sz="1000" smtClean="0">
                <a:solidFill>
                  <a:schemeClr val="bg1"/>
                </a:solidFill>
                <a:latin typeface="Roboto" panose="02000000000000000000" pitchFamily="2" charset="0"/>
                <a:ea typeface="Roboto" panose="02000000000000000000" pitchFamily="2" charset="0"/>
                <a:cs typeface="Times New Roman" panose="02020603050405020304" pitchFamily="18" charset="0"/>
              </a:rPr>
              <a:pPr algn="ctr" defTabSz="173038">
                <a:lnSpc>
                  <a:spcPct val="90000"/>
                </a:lnSpc>
                <a:tabLst>
                  <a:tab pos="230188" algn="l"/>
                </a:tabLst>
                <a:defRPr/>
              </a:pPr>
              <a:t>‹#›</a:t>
            </a:fld>
            <a:endParaRPr lang="en-US" sz="1000">
              <a:solidFill>
                <a:schemeClr val="bg1"/>
              </a:solidFill>
              <a:latin typeface="Roboto" panose="02000000000000000000" pitchFamily="2" charset="0"/>
              <a:ea typeface="Roboto" panose="02000000000000000000" pitchFamily="2" charset="0"/>
              <a:cs typeface="Times New Roman" panose="02020603050405020304" pitchFamily="18" charset="0"/>
            </a:endParaRPr>
          </a:p>
        </p:txBody>
      </p:sp>
      <p:pic>
        <p:nvPicPr>
          <p:cNvPr id="3" name="Graphic 2">
            <a:extLst>
              <a:ext uri="{FF2B5EF4-FFF2-40B4-BE49-F238E27FC236}">
                <a16:creationId xmlns:a16="http://schemas.microsoft.com/office/drawing/2014/main" id="{AEE7C435-1FA7-78B6-5FBF-709DE092FED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14693" y="6431818"/>
            <a:ext cx="1188988" cy="285824"/>
          </a:xfrm>
          <a:prstGeom prst="rect">
            <a:avLst/>
          </a:prstGeom>
        </p:spPr>
      </p:pic>
    </p:spTree>
    <p:extLst>
      <p:ext uri="{BB962C8B-B14F-4D97-AF65-F5344CB8AC3E}">
        <p14:creationId xmlns:p14="http://schemas.microsoft.com/office/powerpoint/2010/main" val="89475754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Key point">
    <p:spTree>
      <p:nvGrpSpPr>
        <p:cNvPr id="1" name=""/>
        <p:cNvGrpSpPr/>
        <p:nvPr/>
      </p:nvGrpSpPr>
      <p:grpSpPr>
        <a:xfrm>
          <a:off x="0" y="0"/>
          <a:ext cx="0" cy="0"/>
          <a:chOff x="0" y="0"/>
          <a:chExt cx="0" cy="0"/>
        </a:xfrm>
      </p:grpSpPr>
      <p:pic>
        <p:nvPicPr>
          <p:cNvPr id="286" name="Graphic 285">
            <a:extLst>
              <a:ext uri="{FF2B5EF4-FFF2-40B4-BE49-F238E27FC236}">
                <a16:creationId xmlns:a16="http://schemas.microsoft.com/office/drawing/2014/main" id="{4013C738-DD97-6098-5C6E-69C6DA8745C1}"/>
              </a:ext>
            </a:extLst>
          </p:cNvPr>
          <p:cNvPicPr>
            <a:picLocks noChangeAspect="1"/>
          </p:cNvPicPr>
          <p:nvPr userDrawn="1"/>
        </p:nvPicPr>
        <p:blipFill>
          <a:blip r:embed="rId2"/>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B71230B-9536-B5A5-160D-DBECD2D263EE}"/>
              </a:ext>
            </a:extLst>
          </p:cNvPr>
          <p:cNvSpPr>
            <a:spLocks noGrp="1"/>
          </p:cNvSpPr>
          <p:nvPr>
            <p:ph type="title" hasCustomPrompt="1"/>
          </p:nvPr>
        </p:nvSpPr>
        <p:spPr>
          <a:xfrm>
            <a:off x="573157" y="2624569"/>
            <a:ext cx="11045686" cy="498598"/>
          </a:xfrm>
        </p:spPr>
        <p:txBody>
          <a:bodyPr anchor="t" anchorCtr="0">
            <a:noAutofit/>
          </a:bodyPr>
          <a:lstStyle>
            <a:lvl1pPr algn="ctr">
              <a:defRPr sz="3600">
                <a:solidFill>
                  <a:schemeClr val="bg1"/>
                </a:solidFill>
              </a:defRPr>
            </a:lvl1pPr>
          </a:lstStyle>
          <a:p>
            <a:r>
              <a:rPr lang="en-US"/>
              <a:t>One-sentence headline stating the main takeaway</a:t>
            </a:r>
          </a:p>
        </p:txBody>
      </p:sp>
      <p:sp>
        <p:nvSpPr>
          <p:cNvPr id="320" name="Text Placeholder 368">
            <a:extLst>
              <a:ext uri="{FF2B5EF4-FFF2-40B4-BE49-F238E27FC236}">
                <a16:creationId xmlns:a16="http://schemas.microsoft.com/office/drawing/2014/main" id="{EE706859-C661-2A5C-56D3-6BE7DBBC71DD}"/>
              </a:ext>
            </a:extLst>
          </p:cNvPr>
          <p:cNvSpPr>
            <a:spLocks noGrp="1"/>
          </p:cNvSpPr>
          <p:nvPr>
            <p:ph type="body" sz="quarter" idx="18" hasCustomPrompt="1"/>
          </p:nvPr>
        </p:nvSpPr>
        <p:spPr>
          <a:xfrm>
            <a:off x="556069" y="3774422"/>
            <a:ext cx="11062774" cy="249299"/>
          </a:xfrm>
        </p:spPr>
        <p:txBody>
          <a:bodyPr anchor="t" anchorCtr="0">
            <a:noAutofit/>
          </a:bodyPr>
          <a:lstStyle>
            <a:lvl1pPr marL="0" indent="0" algn="ctr">
              <a:spcBef>
                <a:spcPts val="1200"/>
              </a:spcBef>
              <a:spcAft>
                <a:spcPts val="60"/>
              </a:spcAft>
              <a:buNone/>
              <a:defRPr sz="1800" b="0" i="0">
                <a:solidFill>
                  <a:schemeClr val="bg1"/>
                </a:solidFill>
                <a:latin typeface="Roboto Light" panose="02000000000000000000" pitchFamily="2" charset="0"/>
                <a:ea typeface="Roboto Light" panose="02000000000000000000" pitchFamily="2" charset="0"/>
              </a:defRPr>
            </a:lvl1pPr>
            <a:lvl2pPr marL="457200" indent="0">
              <a:buNone/>
              <a:defRPr sz="1600">
                <a:solidFill>
                  <a:schemeClr val="bg1"/>
                </a:solidFill>
              </a:defRPr>
            </a:lvl2pPr>
            <a:lvl3pPr marL="914400" indent="0">
              <a:buNone/>
              <a:defRPr sz="1600">
                <a:solidFill>
                  <a:schemeClr val="bg1"/>
                </a:solidFill>
              </a:defRPr>
            </a:lvl3pPr>
            <a:lvl4pPr marL="1371600" indent="0">
              <a:buNone/>
              <a:defRPr sz="1600">
                <a:solidFill>
                  <a:schemeClr val="bg1"/>
                </a:solidFill>
              </a:defRPr>
            </a:lvl4pPr>
            <a:lvl5pPr marL="1828800" indent="0">
              <a:buNone/>
              <a:defRPr sz="1600">
                <a:solidFill>
                  <a:schemeClr val="bg1"/>
                </a:solidFill>
              </a:defRPr>
            </a:lvl5pPr>
          </a:lstStyle>
          <a:p>
            <a:pPr lvl="0"/>
            <a:r>
              <a:rPr lang="en-US"/>
              <a:t>One-sentence connected to the main takeaway</a:t>
            </a:r>
          </a:p>
        </p:txBody>
      </p:sp>
      <p:sp>
        <p:nvSpPr>
          <p:cNvPr id="3" name="Rectangle 2">
            <a:extLst>
              <a:ext uri="{FF2B5EF4-FFF2-40B4-BE49-F238E27FC236}">
                <a16:creationId xmlns:a16="http://schemas.microsoft.com/office/drawing/2014/main" id="{297D526D-05AB-C716-46F5-6CDC1D14E2ED}"/>
              </a:ext>
            </a:extLst>
          </p:cNvPr>
          <p:cNvSpPr/>
          <p:nvPr userDrawn="1"/>
        </p:nvSpPr>
        <p:spPr>
          <a:xfrm>
            <a:off x="5668818" y="3393042"/>
            <a:ext cx="854364" cy="71915"/>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endParaRPr lang="en-US"/>
          </a:p>
        </p:txBody>
      </p:sp>
      <p:sp>
        <p:nvSpPr>
          <p:cNvPr id="6" name="Rectangle 6">
            <a:extLst>
              <a:ext uri="{FF2B5EF4-FFF2-40B4-BE49-F238E27FC236}">
                <a16:creationId xmlns:a16="http://schemas.microsoft.com/office/drawing/2014/main" id="{A6C5D6D4-E7B7-6C45-59D0-554A5C067159}"/>
              </a:ext>
            </a:extLst>
          </p:cNvPr>
          <p:cNvSpPr>
            <a:spLocks noChangeArrowheads="1"/>
          </p:cNvSpPr>
          <p:nvPr userDrawn="1"/>
        </p:nvSpPr>
        <p:spPr bwMode="auto">
          <a:xfrm flipH="1">
            <a:off x="11526723" y="6576851"/>
            <a:ext cx="280401" cy="152400"/>
          </a:xfrm>
          <a:prstGeom prst="rect">
            <a:avLst/>
          </a:prstGeom>
          <a:noFill/>
          <a:ln w="9525">
            <a:noFill/>
            <a:miter lim="800000"/>
            <a:headEnd/>
            <a:tailEnd/>
          </a:ln>
          <a:effectLst/>
        </p:spPr>
        <p:txBody>
          <a:bodyPr lIns="0" tIns="0" rIns="0" bIns="0"/>
          <a:lstStyle/>
          <a:p>
            <a:pPr algn="ctr" defTabSz="173038">
              <a:lnSpc>
                <a:spcPct val="90000"/>
              </a:lnSpc>
              <a:tabLst>
                <a:tab pos="230188" algn="l"/>
              </a:tabLst>
              <a:defRPr/>
            </a:pPr>
            <a:fld id="{040BB257-551A-4736-B50F-DCF1BA034C06}" type="slidenum">
              <a:rPr lang="en-US" sz="1000" smtClean="0">
                <a:solidFill>
                  <a:schemeClr val="bg1"/>
                </a:solidFill>
                <a:latin typeface="Roboto" panose="02000000000000000000" pitchFamily="2" charset="0"/>
                <a:ea typeface="Roboto" panose="02000000000000000000" pitchFamily="2" charset="0"/>
                <a:cs typeface="Times New Roman" panose="02020603050405020304" pitchFamily="18" charset="0"/>
              </a:rPr>
              <a:pPr algn="ctr" defTabSz="173038">
                <a:lnSpc>
                  <a:spcPct val="90000"/>
                </a:lnSpc>
                <a:tabLst>
                  <a:tab pos="230188" algn="l"/>
                </a:tabLst>
                <a:defRPr/>
              </a:pPr>
              <a:t>‹#›</a:t>
            </a:fld>
            <a:endParaRPr lang="en-US" sz="1000">
              <a:solidFill>
                <a:schemeClr val="bg1"/>
              </a:solidFill>
              <a:latin typeface="Roboto" panose="02000000000000000000" pitchFamily="2" charset="0"/>
              <a:ea typeface="Roboto" panose="02000000000000000000" pitchFamily="2" charset="0"/>
              <a:cs typeface="Times New Roman" panose="02020603050405020304" pitchFamily="18" charset="0"/>
            </a:endParaRPr>
          </a:p>
        </p:txBody>
      </p:sp>
      <p:pic>
        <p:nvPicPr>
          <p:cNvPr id="4" name="Graphic 3">
            <a:extLst>
              <a:ext uri="{FF2B5EF4-FFF2-40B4-BE49-F238E27FC236}">
                <a16:creationId xmlns:a16="http://schemas.microsoft.com/office/drawing/2014/main" id="{1790CAB2-9585-BA89-5C2E-B28EE49E9952}"/>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314693" y="6431818"/>
            <a:ext cx="1188988" cy="285824"/>
          </a:xfrm>
          <a:prstGeom prst="rect">
            <a:avLst/>
          </a:prstGeom>
        </p:spPr>
      </p:pic>
    </p:spTree>
    <p:extLst>
      <p:ext uri="{BB962C8B-B14F-4D97-AF65-F5344CB8AC3E}">
        <p14:creationId xmlns:p14="http://schemas.microsoft.com/office/powerpoint/2010/main" val="35686403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only - Gradient">
    <p:spTree>
      <p:nvGrpSpPr>
        <p:cNvPr id="1" name=""/>
        <p:cNvGrpSpPr/>
        <p:nvPr/>
      </p:nvGrpSpPr>
      <p:grpSpPr>
        <a:xfrm>
          <a:off x="0" y="0"/>
          <a:ext cx="0" cy="0"/>
          <a:chOff x="0" y="0"/>
          <a:chExt cx="0" cy="0"/>
        </a:xfrm>
      </p:grpSpPr>
      <p:pic>
        <p:nvPicPr>
          <p:cNvPr id="286" name="Graphic 285">
            <a:extLst>
              <a:ext uri="{FF2B5EF4-FFF2-40B4-BE49-F238E27FC236}">
                <a16:creationId xmlns:a16="http://schemas.microsoft.com/office/drawing/2014/main" id="{4013C738-DD97-6098-5C6E-69C6DA8745C1}"/>
              </a:ext>
            </a:extLst>
          </p:cNvPr>
          <p:cNvPicPr>
            <a:picLocks noChangeAspect="1"/>
          </p:cNvPicPr>
          <p:nvPr userDrawn="1"/>
        </p:nvPicPr>
        <p:blipFill>
          <a:blip r:embed="rId2"/>
          <a:srcRect/>
          <a:stretch/>
        </p:blipFill>
        <p:spPr>
          <a:xfrm>
            <a:off x="0" y="0"/>
            <a:ext cx="12192000" cy="6858000"/>
          </a:xfrm>
          <a:prstGeom prst="rect">
            <a:avLst/>
          </a:prstGeom>
        </p:spPr>
      </p:pic>
      <p:sp>
        <p:nvSpPr>
          <p:cNvPr id="6" name="Rectangle 6">
            <a:extLst>
              <a:ext uri="{FF2B5EF4-FFF2-40B4-BE49-F238E27FC236}">
                <a16:creationId xmlns:a16="http://schemas.microsoft.com/office/drawing/2014/main" id="{A6C5D6D4-E7B7-6C45-59D0-554A5C067159}"/>
              </a:ext>
            </a:extLst>
          </p:cNvPr>
          <p:cNvSpPr>
            <a:spLocks noChangeArrowheads="1"/>
          </p:cNvSpPr>
          <p:nvPr userDrawn="1"/>
        </p:nvSpPr>
        <p:spPr bwMode="auto">
          <a:xfrm flipH="1">
            <a:off x="11526723" y="6576851"/>
            <a:ext cx="280401" cy="152400"/>
          </a:xfrm>
          <a:prstGeom prst="rect">
            <a:avLst/>
          </a:prstGeom>
          <a:noFill/>
          <a:ln w="9525">
            <a:noFill/>
            <a:miter lim="800000"/>
            <a:headEnd/>
            <a:tailEnd/>
          </a:ln>
          <a:effectLst/>
        </p:spPr>
        <p:txBody>
          <a:bodyPr lIns="0" tIns="0" rIns="0" bIns="0"/>
          <a:lstStyle/>
          <a:p>
            <a:pPr algn="ctr" defTabSz="173038">
              <a:lnSpc>
                <a:spcPct val="90000"/>
              </a:lnSpc>
              <a:tabLst>
                <a:tab pos="230188" algn="l"/>
              </a:tabLst>
              <a:defRPr/>
            </a:pPr>
            <a:fld id="{040BB257-551A-4736-B50F-DCF1BA034C06}" type="slidenum">
              <a:rPr lang="en-US" sz="1000" smtClean="0">
                <a:solidFill>
                  <a:schemeClr val="bg1"/>
                </a:solidFill>
                <a:latin typeface="Roboto" panose="02000000000000000000" pitchFamily="2" charset="0"/>
                <a:ea typeface="Roboto" panose="02000000000000000000" pitchFamily="2" charset="0"/>
                <a:cs typeface="Times New Roman" panose="02020603050405020304" pitchFamily="18" charset="0"/>
              </a:rPr>
              <a:pPr algn="ctr" defTabSz="173038">
                <a:lnSpc>
                  <a:spcPct val="90000"/>
                </a:lnSpc>
                <a:tabLst>
                  <a:tab pos="230188" algn="l"/>
                </a:tabLst>
                <a:defRPr/>
              </a:pPr>
              <a:t>‹#›</a:t>
            </a:fld>
            <a:endParaRPr lang="en-US" sz="1000">
              <a:solidFill>
                <a:schemeClr val="bg1"/>
              </a:solidFill>
              <a:latin typeface="Roboto" panose="02000000000000000000" pitchFamily="2" charset="0"/>
              <a:ea typeface="Roboto" panose="02000000000000000000" pitchFamily="2" charset="0"/>
              <a:cs typeface="Times New Roman" panose="02020603050405020304" pitchFamily="18" charset="0"/>
            </a:endParaRPr>
          </a:p>
        </p:txBody>
      </p:sp>
      <p:pic>
        <p:nvPicPr>
          <p:cNvPr id="4" name="Graphic 3">
            <a:extLst>
              <a:ext uri="{FF2B5EF4-FFF2-40B4-BE49-F238E27FC236}">
                <a16:creationId xmlns:a16="http://schemas.microsoft.com/office/drawing/2014/main" id="{1790CAB2-9585-BA89-5C2E-B28EE49E9952}"/>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314693" y="6431818"/>
            <a:ext cx="1188988" cy="285824"/>
          </a:xfrm>
          <a:prstGeom prst="rect">
            <a:avLst/>
          </a:prstGeom>
        </p:spPr>
      </p:pic>
      <p:sp>
        <p:nvSpPr>
          <p:cNvPr id="5" name="Title 1">
            <a:extLst>
              <a:ext uri="{FF2B5EF4-FFF2-40B4-BE49-F238E27FC236}">
                <a16:creationId xmlns:a16="http://schemas.microsoft.com/office/drawing/2014/main" id="{96029C52-FEBA-E897-C815-3A6283D168D2}"/>
              </a:ext>
            </a:extLst>
          </p:cNvPr>
          <p:cNvSpPr>
            <a:spLocks noGrp="1"/>
          </p:cNvSpPr>
          <p:nvPr>
            <p:ph type="title" hasCustomPrompt="1"/>
          </p:nvPr>
        </p:nvSpPr>
        <p:spPr>
          <a:xfrm>
            <a:off x="314692" y="365125"/>
            <a:ext cx="11492432" cy="886397"/>
          </a:xfrm>
        </p:spPr>
        <p:txBody>
          <a:bodyPr/>
          <a:lstStyle>
            <a:lvl1pPr>
              <a:defRPr>
                <a:solidFill>
                  <a:schemeClr val="bg1"/>
                </a:solidFill>
              </a:defRPr>
            </a:lvl1pPr>
          </a:lstStyle>
          <a:p>
            <a:r>
              <a:rPr lang="en-US"/>
              <a:t>One-sentence headline stating the main takeaway message for the slide; no longer than two lines </a:t>
            </a:r>
          </a:p>
        </p:txBody>
      </p:sp>
    </p:spTree>
    <p:extLst>
      <p:ext uri="{BB962C8B-B14F-4D97-AF65-F5344CB8AC3E}">
        <p14:creationId xmlns:p14="http://schemas.microsoft.com/office/powerpoint/2010/main" val="84188629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4EEC8D-F30D-2272-2A4E-CD93B0D75CC0}"/>
              </a:ext>
            </a:extLst>
          </p:cNvPr>
          <p:cNvSpPr>
            <a:spLocks noGrp="1"/>
          </p:cNvSpPr>
          <p:nvPr>
            <p:ph type="title" hasCustomPrompt="1"/>
          </p:nvPr>
        </p:nvSpPr>
        <p:spPr>
          <a:xfrm>
            <a:off x="314692" y="365125"/>
            <a:ext cx="11492432" cy="886397"/>
          </a:xfrm>
        </p:spPr>
        <p:txBody>
          <a:bodyPr/>
          <a:lstStyle/>
          <a:p>
            <a:r>
              <a:rPr lang="en-US"/>
              <a:t>One-sentence headline stating the main takeaway message for the slide; no longer than two lines </a:t>
            </a:r>
          </a:p>
        </p:txBody>
      </p:sp>
    </p:spTree>
    <p:extLst>
      <p:ext uri="{BB962C8B-B14F-4D97-AF65-F5344CB8AC3E}">
        <p14:creationId xmlns:p14="http://schemas.microsoft.com/office/powerpoint/2010/main" val="416710537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305791-4F91-34B2-5F77-014A7A421E14}"/>
              </a:ext>
            </a:extLst>
          </p:cNvPr>
          <p:cNvSpPr>
            <a:spLocks noGrp="1"/>
          </p:cNvSpPr>
          <p:nvPr>
            <p:ph type="title" hasCustomPrompt="1"/>
          </p:nvPr>
        </p:nvSpPr>
        <p:spPr>
          <a:xfrm>
            <a:off x="314692" y="365125"/>
            <a:ext cx="11492432" cy="886397"/>
          </a:xfrm>
        </p:spPr>
        <p:txBody>
          <a:bodyPr/>
          <a:lstStyle/>
          <a:p>
            <a:r>
              <a:rPr lang="en-US"/>
              <a:t>One-sentence headline stating the main takeaway message for the slide; no longer than two lines </a:t>
            </a:r>
          </a:p>
        </p:txBody>
      </p:sp>
      <p:sp>
        <p:nvSpPr>
          <p:cNvPr id="3" name="Content Placeholder 2">
            <a:extLst>
              <a:ext uri="{FF2B5EF4-FFF2-40B4-BE49-F238E27FC236}">
                <a16:creationId xmlns:a16="http://schemas.microsoft.com/office/drawing/2014/main" id="{1268E7B4-2380-B18C-C8C1-09BD437D6B16}"/>
              </a:ext>
            </a:extLst>
          </p:cNvPr>
          <p:cNvSpPr>
            <a:spLocks noGrp="1"/>
          </p:cNvSpPr>
          <p:nvPr>
            <p:ph idx="1" hasCustomPrompt="1"/>
          </p:nvPr>
        </p:nvSpPr>
        <p:spPr>
          <a:xfrm>
            <a:off x="314692" y="1825625"/>
            <a:ext cx="11315194" cy="4061829"/>
          </a:xfrm>
        </p:spPr>
        <p:txBody>
          <a:bodyPr/>
          <a:lstStyle>
            <a:lvl1pPr marL="0" indent="0">
              <a:buNone/>
              <a:defRPr sz="1800"/>
            </a:lvl1pPr>
          </a:lstStyle>
          <a:p>
            <a:r>
              <a:rPr lang="en-US"/>
              <a:t>Supporting point 1</a:t>
            </a:r>
            <a:br>
              <a:rPr lang="en-US"/>
            </a:br>
            <a:r>
              <a:rPr lang="en-US"/>
              <a:t>Supporting point 2</a:t>
            </a:r>
            <a:br>
              <a:rPr lang="en-US"/>
            </a:br>
            <a:r>
              <a:rPr lang="en-US"/>
              <a:t>Supporting point 3</a:t>
            </a:r>
          </a:p>
        </p:txBody>
      </p:sp>
    </p:spTree>
    <p:extLst>
      <p:ext uri="{BB962C8B-B14F-4D97-AF65-F5344CB8AC3E}">
        <p14:creationId xmlns:p14="http://schemas.microsoft.com/office/powerpoint/2010/main" val="90023902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2B9DD14-4659-B8FE-84E6-93F5C544420C}"/>
              </a:ext>
            </a:extLst>
          </p:cNvPr>
          <p:cNvSpPr>
            <a:spLocks noGrp="1"/>
          </p:cNvSpPr>
          <p:nvPr>
            <p:ph sz="half" idx="1" hasCustomPrompt="1"/>
          </p:nvPr>
        </p:nvSpPr>
        <p:spPr>
          <a:xfrm>
            <a:off x="314692" y="1825625"/>
            <a:ext cx="5563532" cy="4131422"/>
          </a:xfrm>
        </p:spPr>
        <p:txBody>
          <a:bodyPr/>
          <a:lstStyle>
            <a:lvl1pPr marL="0" indent="0">
              <a:buNone/>
              <a:defRPr sz="1800"/>
            </a:lvl1pPr>
          </a:lstStyle>
          <a:p>
            <a:r>
              <a:rPr lang="en-US"/>
              <a:t>Supporting point 1</a:t>
            </a:r>
            <a:br>
              <a:rPr lang="en-US"/>
            </a:br>
            <a:r>
              <a:rPr lang="en-US"/>
              <a:t>Supporting point 2</a:t>
            </a:r>
            <a:br>
              <a:rPr lang="en-US"/>
            </a:br>
            <a:r>
              <a:rPr lang="en-US"/>
              <a:t>Supporting point 3</a:t>
            </a:r>
          </a:p>
        </p:txBody>
      </p:sp>
      <p:sp>
        <p:nvSpPr>
          <p:cNvPr id="4" name="Content Placeholder 3">
            <a:extLst>
              <a:ext uri="{FF2B5EF4-FFF2-40B4-BE49-F238E27FC236}">
                <a16:creationId xmlns:a16="http://schemas.microsoft.com/office/drawing/2014/main" id="{F8961C74-5281-AA62-3E0D-EBE314E66ADF}"/>
              </a:ext>
            </a:extLst>
          </p:cNvPr>
          <p:cNvSpPr>
            <a:spLocks noGrp="1"/>
          </p:cNvSpPr>
          <p:nvPr>
            <p:ph sz="half" idx="2" hasCustomPrompt="1"/>
          </p:nvPr>
        </p:nvSpPr>
        <p:spPr>
          <a:xfrm>
            <a:off x="6243592" y="1825625"/>
            <a:ext cx="5563532" cy="4131422"/>
          </a:xfrm>
        </p:spPr>
        <p:txBody>
          <a:bodyPr/>
          <a:lstStyle>
            <a:lvl1pPr marL="0" indent="0">
              <a:buNone/>
              <a:defRPr sz="1800"/>
            </a:lvl1pPr>
          </a:lstStyle>
          <a:p>
            <a:r>
              <a:rPr lang="en-US"/>
              <a:t>Supporting point 1</a:t>
            </a:r>
            <a:br>
              <a:rPr lang="en-US"/>
            </a:br>
            <a:r>
              <a:rPr lang="en-US"/>
              <a:t>Supporting point 2</a:t>
            </a:r>
            <a:br>
              <a:rPr lang="en-US"/>
            </a:br>
            <a:r>
              <a:rPr lang="en-US"/>
              <a:t>Supporting point 3</a:t>
            </a:r>
          </a:p>
        </p:txBody>
      </p:sp>
      <p:sp>
        <p:nvSpPr>
          <p:cNvPr id="6" name="Title 1">
            <a:extLst>
              <a:ext uri="{FF2B5EF4-FFF2-40B4-BE49-F238E27FC236}">
                <a16:creationId xmlns:a16="http://schemas.microsoft.com/office/drawing/2014/main" id="{97C102EF-A95D-C917-FF68-A16CB75B3C52}"/>
              </a:ext>
            </a:extLst>
          </p:cNvPr>
          <p:cNvSpPr>
            <a:spLocks noGrp="1"/>
          </p:cNvSpPr>
          <p:nvPr>
            <p:ph type="title" hasCustomPrompt="1"/>
          </p:nvPr>
        </p:nvSpPr>
        <p:spPr>
          <a:xfrm>
            <a:off x="314692" y="365125"/>
            <a:ext cx="11492432" cy="886397"/>
          </a:xfrm>
        </p:spPr>
        <p:txBody>
          <a:bodyPr/>
          <a:lstStyle/>
          <a:p>
            <a:r>
              <a:rPr lang="en-US"/>
              <a:t>One-sentence headline stating the main takeaway message for the slide; no longer than two lines </a:t>
            </a:r>
          </a:p>
        </p:txBody>
      </p:sp>
    </p:spTree>
    <p:extLst>
      <p:ext uri="{BB962C8B-B14F-4D97-AF65-F5344CB8AC3E}">
        <p14:creationId xmlns:p14="http://schemas.microsoft.com/office/powerpoint/2010/main" val="411557775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2-column-ba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D7CE54-A067-C608-8071-D9BFAF60EA84}"/>
              </a:ext>
            </a:extLst>
          </p:cNvPr>
          <p:cNvSpPr>
            <a:spLocks noGrp="1"/>
          </p:cNvSpPr>
          <p:nvPr>
            <p:ph type="title" hasCustomPrompt="1"/>
          </p:nvPr>
        </p:nvSpPr>
        <p:spPr>
          <a:xfrm>
            <a:off x="314692" y="365125"/>
            <a:ext cx="11492432" cy="886397"/>
          </a:xfrm>
        </p:spPr>
        <p:txBody>
          <a:bodyPr>
            <a:noAutofit/>
          </a:bodyPr>
          <a:lstStyle>
            <a:lvl1pPr>
              <a:defRPr>
                <a:solidFill>
                  <a:schemeClr val="tx1"/>
                </a:solidFill>
              </a:defRPr>
            </a:lvl1pPr>
          </a:lstStyle>
          <a:p>
            <a:r>
              <a:rPr lang="en-US"/>
              <a:t>One-sentence headline stating the main takeaway message for the slide; no longer than two lines </a:t>
            </a:r>
          </a:p>
        </p:txBody>
      </p:sp>
      <p:sp>
        <p:nvSpPr>
          <p:cNvPr id="3" name="Content Placeholder 2">
            <a:extLst>
              <a:ext uri="{FF2B5EF4-FFF2-40B4-BE49-F238E27FC236}">
                <a16:creationId xmlns:a16="http://schemas.microsoft.com/office/drawing/2014/main" id="{92B9DD14-4659-B8FE-84E6-93F5C544420C}"/>
              </a:ext>
            </a:extLst>
          </p:cNvPr>
          <p:cNvSpPr>
            <a:spLocks noGrp="1"/>
          </p:cNvSpPr>
          <p:nvPr>
            <p:ph sz="half" idx="1" hasCustomPrompt="1"/>
          </p:nvPr>
        </p:nvSpPr>
        <p:spPr>
          <a:xfrm>
            <a:off x="314692" y="2151529"/>
            <a:ext cx="5528426" cy="3805518"/>
          </a:xfrm>
        </p:spPr>
        <p:txBody>
          <a:bodyPr lIns="182880" tIns="91440" rIns="91440" bIns="91440">
            <a:noAutofit/>
          </a:bodyPr>
          <a:lstStyle>
            <a:lvl1pPr marL="0" indent="0">
              <a:spcBef>
                <a:spcPts val="1200"/>
              </a:spcBef>
              <a:spcAft>
                <a:spcPts val="60"/>
              </a:spcAft>
              <a:buNone/>
              <a:defRPr sz="1800">
                <a:solidFill>
                  <a:schemeClr val="tx1"/>
                </a:solidFill>
              </a:defRPr>
            </a:lvl1pPr>
            <a:lvl2pPr>
              <a:spcBef>
                <a:spcPts val="1200"/>
              </a:spcBef>
              <a:spcAft>
                <a:spcPts val="60"/>
              </a:spcAft>
              <a:defRPr sz="1600">
                <a:solidFill>
                  <a:schemeClr val="tx1"/>
                </a:solidFill>
              </a:defRPr>
            </a:lvl2pPr>
            <a:lvl3pPr>
              <a:spcBef>
                <a:spcPts val="1200"/>
              </a:spcBef>
              <a:spcAft>
                <a:spcPts val="60"/>
              </a:spcAft>
              <a:defRPr sz="1600">
                <a:solidFill>
                  <a:schemeClr val="tx1"/>
                </a:solidFill>
              </a:defRPr>
            </a:lvl3pPr>
            <a:lvl4pPr>
              <a:spcBef>
                <a:spcPts val="1200"/>
              </a:spcBef>
              <a:spcAft>
                <a:spcPts val="60"/>
              </a:spcAft>
              <a:defRPr sz="1600">
                <a:solidFill>
                  <a:schemeClr val="tx1"/>
                </a:solidFill>
              </a:defRPr>
            </a:lvl4pPr>
            <a:lvl5pPr>
              <a:spcBef>
                <a:spcPts val="1200"/>
              </a:spcBef>
              <a:spcAft>
                <a:spcPts val="60"/>
              </a:spcAft>
              <a:defRPr sz="1600">
                <a:solidFill>
                  <a:schemeClr val="tx1"/>
                </a:solidFill>
              </a:defRPr>
            </a:lvl5pPr>
          </a:lstStyle>
          <a:p>
            <a:r>
              <a:rPr lang="en-US"/>
              <a:t>Supporting point 1</a:t>
            </a:r>
            <a:br>
              <a:rPr lang="en-US"/>
            </a:br>
            <a:r>
              <a:rPr lang="en-US"/>
              <a:t>Supporting point 2</a:t>
            </a:r>
            <a:br>
              <a:rPr lang="en-US"/>
            </a:br>
            <a:r>
              <a:rPr lang="en-US"/>
              <a:t>Supporting point 3</a:t>
            </a:r>
          </a:p>
        </p:txBody>
      </p:sp>
      <p:sp>
        <p:nvSpPr>
          <p:cNvPr id="4" name="Content Placeholder 3">
            <a:extLst>
              <a:ext uri="{FF2B5EF4-FFF2-40B4-BE49-F238E27FC236}">
                <a16:creationId xmlns:a16="http://schemas.microsoft.com/office/drawing/2014/main" id="{F8961C74-5281-AA62-3E0D-EBE314E66ADF}"/>
              </a:ext>
            </a:extLst>
          </p:cNvPr>
          <p:cNvSpPr>
            <a:spLocks noGrp="1"/>
          </p:cNvSpPr>
          <p:nvPr>
            <p:ph sz="half" idx="2" hasCustomPrompt="1"/>
          </p:nvPr>
        </p:nvSpPr>
        <p:spPr>
          <a:xfrm>
            <a:off x="6237905" y="2151529"/>
            <a:ext cx="5534113" cy="3805518"/>
          </a:xfrm>
        </p:spPr>
        <p:txBody>
          <a:bodyPr lIns="182880" tIns="91440" rIns="91440" bIns="91440">
            <a:noAutofit/>
          </a:bodyPr>
          <a:lstStyle>
            <a:lvl1pPr marL="0" indent="0">
              <a:spcBef>
                <a:spcPts val="1200"/>
              </a:spcBef>
              <a:spcAft>
                <a:spcPts val="60"/>
              </a:spcAft>
              <a:buNone/>
              <a:defRPr sz="1800">
                <a:solidFill>
                  <a:schemeClr val="tx1"/>
                </a:solidFill>
              </a:defRPr>
            </a:lvl1pPr>
            <a:lvl2pPr>
              <a:spcBef>
                <a:spcPts val="1200"/>
              </a:spcBef>
              <a:spcAft>
                <a:spcPts val="60"/>
              </a:spcAft>
              <a:defRPr sz="1600">
                <a:solidFill>
                  <a:schemeClr val="tx1"/>
                </a:solidFill>
              </a:defRPr>
            </a:lvl2pPr>
            <a:lvl3pPr>
              <a:spcBef>
                <a:spcPts val="1200"/>
              </a:spcBef>
              <a:spcAft>
                <a:spcPts val="60"/>
              </a:spcAft>
              <a:defRPr sz="1600">
                <a:solidFill>
                  <a:schemeClr val="tx1"/>
                </a:solidFill>
              </a:defRPr>
            </a:lvl3pPr>
            <a:lvl4pPr>
              <a:spcBef>
                <a:spcPts val="1200"/>
              </a:spcBef>
              <a:spcAft>
                <a:spcPts val="60"/>
              </a:spcAft>
              <a:defRPr sz="1600">
                <a:solidFill>
                  <a:schemeClr val="tx1"/>
                </a:solidFill>
              </a:defRPr>
            </a:lvl4pPr>
            <a:lvl5pPr>
              <a:spcBef>
                <a:spcPts val="1200"/>
              </a:spcBef>
              <a:spcAft>
                <a:spcPts val="60"/>
              </a:spcAft>
              <a:defRPr sz="1600">
                <a:solidFill>
                  <a:schemeClr val="tx1"/>
                </a:solidFill>
              </a:defRPr>
            </a:lvl5pPr>
          </a:lstStyle>
          <a:p>
            <a:r>
              <a:rPr lang="en-US"/>
              <a:t>Supporting point 1</a:t>
            </a:r>
            <a:br>
              <a:rPr lang="en-US"/>
            </a:br>
            <a:r>
              <a:rPr lang="en-US"/>
              <a:t>Supporting point 2</a:t>
            </a:r>
            <a:br>
              <a:rPr lang="en-US"/>
            </a:br>
            <a:r>
              <a:rPr lang="en-US"/>
              <a:t>Supporting point 3</a:t>
            </a:r>
          </a:p>
        </p:txBody>
      </p:sp>
      <p:sp>
        <p:nvSpPr>
          <p:cNvPr id="10" name="Freeform 9">
            <a:extLst>
              <a:ext uri="{FF2B5EF4-FFF2-40B4-BE49-F238E27FC236}">
                <a16:creationId xmlns:a16="http://schemas.microsoft.com/office/drawing/2014/main" id="{6C3355DA-324C-FAD8-4E0B-AEAD06F3F5FE}"/>
              </a:ext>
            </a:extLst>
          </p:cNvPr>
          <p:cNvSpPr/>
          <p:nvPr/>
        </p:nvSpPr>
        <p:spPr>
          <a:xfrm>
            <a:off x="314692" y="1636672"/>
            <a:ext cx="5533588" cy="433965"/>
          </a:xfrm>
          <a:custGeom>
            <a:avLst/>
            <a:gdLst>
              <a:gd name="connsiteX0" fmla="*/ 5357305 w 5357304"/>
              <a:gd name="connsiteY0" fmla="*/ 0 h 373951"/>
              <a:gd name="connsiteX1" fmla="*/ 5357305 w 5357304"/>
              <a:gd name="connsiteY1" fmla="*/ 373951 h 373951"/>
              <a:gd name="connsiteX2" fmla="*/ 5227765 w 5357304"/>
              <a:gd name="connsiteY2" fmla="*/ 373951 h 373951"/>
              <a:gd name="connsiteX3" fmla="*/ 2843848 w 5357304"/>
              <a:gd name="connsiteY3" fmla="*/ 373951 h 373951"/>
              <a:gd name="connsiteX4" fmla="*/ 0 w 5357304"/>
              <a:gd name="connsiteY4" fmla="*/ 373951 h 373951"/>
              <a:gd name="connsiteX5" fmla="*/ 0 w 5357304"/>
              <a:gd name="connsiteY5" fmla="*/ 0 h 373951"/>
              <a:gd name="connsiteX6" fmla="*/ 2843848 w 5357304"/>
              <a:gd name="connsiteY6" fmla="*/ 0 h 373951"/>
              <a:gd name="connsiteX7" fmla="*/ 5357305 w 5357304"/>
              <a:gd name="connsiteY7" fmla="*/ 0 h 37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357304" h="373951">
                <a:moveTo>
                  <a:pt x="5357305" y="0"/>
                </a:moveTo>
                <a:lnTo>
                  <a:pt x="5357305" y="373951"/>
                </a:lnTo>
                <a:lnTo>
                  <a:pt x="5227765" y="373951"/>
                </a:lnTo>
                <a:lnTo>
                  <a:pt x="2843848" y="373951"/>
                </a:lnTo>
                <a:lnTo>
                  <a:pt x="0" y="373951"/>
                </a:lnTo>
                <a:lnTo>
                  <a:pt x="0" y="0"/>
                </a:lnTo>
                <a:lnTo>
                  <a:pt x="2843848" y="0"/>
                </a:lnTo>
                <a:lnTo>
                  <a:pt x="5357305" y="0"/>
                </a:lnTo>
                <a:close/>
              </a:path>
            </a:pathLst>
          </a:custGeom>
          <a:solidFill>
            <a:schemeClr val="tx2"/>
          </a:solidFill>
          <a:ln w="0" cap="flat">
            <a:noFill/>
            <a:prstDash val="solid"/>
            <a:miter/>
          </a:ln>
        </p:spPr>
        <p:txBody>
          <a:bodyPr rtlCol="0" anchor="ctr"/>
          <a:lstStyle/>
          <a:p>
            <a:endParaRPr lang="en-US"/>
          </a:p>
        </p:txBody>
      </p:sp>
      <p:sp>
        <p:nvSpPr>
          <p:cNvPr id="11" name="Freeform 10">
            <a:extLst>
              <a:ext uri="{FF2B5EF4-FFF2-40B4-BE49-F238E27FC236}">
                <a16:creationId xmlns:a16="http://schemas.microsoft.com/office/drawing/2014/main" id="{B8126676-7946-E0DD-5919-B78DBFBB13D6}"/>
              </a:ext>
            </a:extLst>
          </p:cNvPr>
          <p:cNvSpPr/>
          <p:nvPr/>
        </p:nvSpPr>
        <p:spPr>
          <a:xfrm>
            <a:off x="6238430" y="1636672"/>
            <a:ext cx="5533588" cy="433965"/>
          </a:xfrm>
          <a:custGeom>
            <a:avLst/>
            <a:gdLst>
              <a:gd name="connsiteX0" fmla="*/ 5357305 w 5357304"/>
              <a:gd name="connsiteY0" fmla="*/ 0 h 373951"/>
              <a:gd name="connsiteX1" fmla="*/ 5357305 w 5357304"/>
              <a:gd name="connsiteY1" fmla="*/ 373951 h 373951"/>
              <a:gd name="connsiteX2" fmla="*/ 5227764 w 5357304"/>
              <a:gd name="connsiteY2" fmla="*/ 373951 h 373951"/>
              <a:gd name="connsiteX3" fmla="*/ 2843848 w 5357304"/>
              <a:gd name="connsiteY3" fmla="*/ 373951 h 373951"/>
              <a:gd name="connsiteX4" fmla="*/ 0 w 5357304"/>
              <a:gd name="connsiteY4" fmla="*/ 373951 h 373951"/>
              <a:gd name="connsiteX5" fmla="*/ 0 w 5357304"/>
              <a:gd name="connsiteY5" fmla="*/ 0 h 373951"/>
              <a:gd name="connsiteX6" fmla="*/ 2843848 w 5357304"/>
              <a:gd name="connsiteY6" fmla="*/ 0 h 373951"/>
              <a:gd name="connsiteX7" fmla="*/ 5357305 w 5357304"/>
              <a:gd name="connsiteY7" fmla="*/ 0 h 37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357304" h="373951">
                <a:moveTo>
                  <a:pt x="5357305" y="0"/>
                </a:moveTo>
                <a:lnTo>
                  <a:pt x="5357305" y="373951"/>
                </a:lnTo>
                <a:lnTo>
                  <a:pt x="5227764" y="373951"/>
                </a:lnTo>
                <a:lnTo>
                  <a:pt x="2843848" y="373951"/>
                </a:lnTo>
                <a:lnTo>
                  <a:pt x="0" y="373951"/>
                </a:lnTo>
                <a:lnTo>
                  <a:pt x="0" y="0"/>
                </a:lnTo>
                <a:lnTo>
                  <a:pt x="2843848" y="0"/>
                </a:lnTo>
                <a:lnTo>
                  <a:pt x="5357305" y="0"/>
                </a:lnTo>
                <a:close/>
              </a:path>
            </a:pathLst>
          </a:custGeom>
          <a:solidFill>
            <a:schemeClr val="tx2"/>
          </a:solidFill>
          <a:ln w="0" cap="flat">
            <a:noFill/>
            <a:prstDash val="solid"/>
            <a:miter/>
          </a:ln>
        </p:spPr>
        <p:txBody>
          <a:bodyPr rtlCol="0" anchor="ctr"/>
          <a:lstStyle/>
          <a:p>
            <a:endParaRPr lang="en-US"/>
          </a:p>
        </p:txBody>
      </p:sp>
      <p:sp>
        <p:nvSpPr>
          <p:cNvPr id="213" name="Text Placeholder 212">
            <a:extLst>
              <a:ext uri="{FF2B5EF4-FFF2-40B4-BE49-F238E27FC236}">
                <a16:creationId xmlns:a16="http://schemas.microsoft.com/office/drawing/2014/main" id="{909EEC45-74F6-4D4A-3802-30D053469445}"/>
              </a:ext>
            </a:extLst>
          </p:cNvPr>
          <p:cNvSpPr>
            <a:spLocks noGrp="1"/>
          </p:cNvSpPr>
          <p:nvPr>
            <p:ph type="body" sz="quarter" idx="13" hasCustomPrompt="1"/>
          </p:nvPr>
        </p:nvSpPr>
        <p:spPr>
          <a:xfrm>
            <a:off x="314691" y="1636713"/>
            <a:ext cx="5534113" cy="433965"/>
          </a:xfrm>
        </p:spPr>
        <p:txBody>
          <a:bodyPr wrap="square" lIns="182880" tIns="91440" rIns="91440" bIns="91440">
            <a:noAutofit/>
          </a:bodyPr>
          <a:lstStyle>
            <a:lvl1pPr marL="0" indent="0">
              <a:buNone/>
              <a:defRPr sz="1800" b="1">
                <a:solidFill>
                  <a:schemeClr val="bg1"/>
                </a:solidFill>
              </a:defRPr>
            </a:lvl1pPr>
            <a:lvl2pPr marL="457200" indent="0">
              <a:buNone/>
              <a:defRPr sz="1800" b="1">
                <a:solidFill>
                  <a:schemeClr val="bg1"/>
                </a:solidFill>
              </a:defRPr>
            </a:lvl2pPr>
            <a:lvl3pPr marL="914400" indent="0">
              <a:buNone/>
              <a:defRPr sz="1800" b="1">
                <a:solidFill>
                  <a:schemeClr val="bg1"/>
                </a:solidFill>
              </a:defRPr>
            </a:lvl3pPr>
            <a:lvl4pPr marL="1371600" indent="0">
              <a:buNone/>
              <a:defRPr sz="1800" b="1">
                <a:solidFill>
                  <a:schemeClr val="bg1"/>
                </a:solidFill>
              </a:defRPr>
            </a:lvl4pPr>
            <a:lvl5pPr marL="1828800" indent="0">
              <a:buNone/>
              <a:defRPr sz="1800" b="1">
                <a:solidFill>
                  <a:schemeClr val="bg1"/>
                </a:solidFill>
              </a:defRPr>
            </a:lvl5pPr>
          </a:lstStyle>
          <a:p>
            <a:pPr lvl="0"/>
            <a:r>
              <a:rPr lang="en-US"/>
              <a:t>Supporting point</a:t>
            </a:r>
          </a:p>
        </p:txBody>
      </p:sp>
      <p:sp>
        <p:nvSpPr>
          <p:cNvPr id="214" name="Text Placeholder 212">
            <a:extLst>
              <a:ext uri="{FF2B5EF4-FFF2-40B4-BE49-F238E27FC236}">
                <a16:creationId xmlns:a16="http://schemas.microsoft.com/office/drawing/2014/main" id="{42664C13-6E3D-7C64-6F1D-E284E4609D5E}"/>
              </a:ext>
            </a:extLst>
          </p:cNvPr>
          <p:cNvSpPr>
            <a:spLocks noGrp="1"/>
          </p:cNvSpPr>
          <p:nvPr>
            <p:ph type="body" sz="quarter" idx="14" hasCustomPrompt="1"/>
          </p:nvPr>
        </p:nvSpPr>
        <p:spPr>
          <a:xfrm>
            <a:off x="6238429" y="1636672"/>
            <a:ext cx="5534113" cy="433965"/>
          </a:xfrm>
        </p:spPr>
        <p:txBody>
          <a:bodyPr wrap="square" lIns="182880" tIns="91440" rIns="91440" bIns="91440">
            <a:noAutofit/>
          </a:bodyPr>
          <a:lstStyle>
            <a:lvl1pPr marL="0" indent="0">
              <a:buNone/>
              <a:defRPr sz="1800" b="1">
                <a:solidFill>
                  <a:schemeClr val="bg1"/>
                </a:solidFill>
              </a:defRPr>
            </a:lvl1pPr>
            <a:lvl2pPr marL="457200" indent="0">
              <a:buNone/>
              <a:defRPr sz="1800" b="1">
                <a:solidFill>
                  <a:schemeClr val="bg1"/>
                </a:solidFill>
              </a:defRPr>
            </a:lvl2pPr>
            <a:lvl3pPr marL="914400" indent="0">
              <a:buNone/>
              <a:defRPr sz="1800" b="1">
                <a:solidFill>
                  <a:schemeClr val="bg1"/>
                </a:solidFill>
              </a:defRPr>
            </a:lvl3pPr>
            <a:lvl4pPr marL="1371600" indent="0">
              <a:buNone/>
              <a:defRPr sz="1800" b="1">
                <a:solidFill>
                  <a:schemeClr val="bg1"/>
                </a:solidFill>
              </a:defRPr>
            </a:lvl4pPr>
            <a:lvl5pPr marL="1828800" indent="0">
              <a:buNone/>
              <a:defRPr sz="1800" b="1">
                <a:solidFill>
                  <a:schemeClr val="bg1"/>
                </a:solidFill>
              </a:defRPr>
            </a:lvl5pPr>
          </a:lstStyle>
          <a:p>
            <a:pPr lvl="0"/>
            <a:r>
              <a:rPr lang="en-US"/>
              <a:t>Supporting point</a:t>
            </a:r>
          </a:p>
        </p:txBody>
      </p:sp>
    </p:spTree>
    <p:extLst>
      <p:ext uri="{BB962C8B-B14F-4D97-AF65-F5344CB8AC3E}">
        <p14:creationId xmlns:p14="http://schemas.microsoft.com/office/powerpoint/2010/main" val="200083594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3-column-bar">
    <p:spTree>
      <p:nvGrpSpPr>
        <p:cNvPr id="1" name=""/>
        <p:cNvGrpSpPr/>
        <p:nvPr/>
      </p:nvGrpSpPr>
      <p:grpSpPr>
        <a:xfrm>
          <a:off x="0" y="0"/>
          <a:ext cx="0" cy="0"/>
          <a:chOff x="0" y="0"/>
          <a:chExt cx="0" cy="0"/>
        </a:xfrm>
      </p:grpSpPr>
      <p:sp>
        <p:nvSpPr>
          <p:cNvPr id="42" name="Freeform 41">
            <a:extLst>
              <a:ext uri="{FF2B5EF4-FFF2-40B4-BE49-F238E27FC236}">
                <a16:creationId xmlns:a16="http://schemas.microsoft.com/office/drawing/2014/main" id="{31846654-6835-CFFC-15E4-5A6E77573C13}"/>
              </a:ext>
            </a:extLst>
          </p:cNvPr>
          <p:cNvSpPr/>
          <p:nvPr/>
        </p:nvSpPr>
        <p:spPr>
          <a:xfrm>
            <a:off x="314692" y="1636672"/>
            <a:ext cx="3665806" cy="433965"/>
          </a:xfrm>
          <a:custGeom>
            <a:avLst/>
            <a:gdLst>
              <a:gd name="connsiteX0" fmla="*/ 0 w 2513520"/>
              <a:gd name="connsiteY0" fmla="*/ 0 h 373951"/>
              <a:gd name="connsiteX1" fmla="*/ 2513521 w 2513520"/>
              <a:gd name="connsiteY1" fmla="*/ 0 h 373951"/>
              <a:gd name="connsiteX2" fmla="*/ 2513521 w 2513520"/>
              <a:gd name="connsiteY2" fmla="*/ 373952 h 373951"/>
              <a:gd name="connsiteX3" fmla="*/ 0 w 2513520"/>
              <a:gd name="connsiteY3" fmla="*/ 373952 h 373951"/>
            </a:gdLst>
            <a:ahLst/>
            <a:cxnLst>
              <a:cxn ang="0">
                <a:pos x="connsiteX0" y="connsiteY0"/>
              </a:cxn>
              <a:cxn ang="0">
                <a:pos x="connsiteX1" y="connsiteY1"/>
              </a:cxn>
              <a:cxn ang="0">
                <a:pos x="connsiteX2" y="connsiteY2"/>
              </a:cxn>
              <a:cxn ang="0">
                <a:pos x="connsiteX3" y="connsiteY3"/>
              </a:cxn>
            </a:cxnLst>
            <a:rect l="l" t="t" r="r" b="b"/>
            <a:pathLst>
              <a:path w="2513520" h="373951">
                <a:moveTo>
                  <a:pt x="0" y="0"/>
                </a:moveTo>
                <a:lnTo>
                  <a:pt x="2513521" y="0"/>
                </a:lnTo>
                <a:lnTo>
                  <a:pt x="2513521" y="373952"/>
                </a:lnTo>
                <a:lnTo>
                  <a:pt x="0" y="373952"/>
                </a:lnTo>
                <a:close/>
              </a:path>
            </a:pathLst>
          </a:custGeom>
          <a:solidFill>
            <a:schemeClr val="tx2"/>
          </a:solidFill>
          <a:ln w="0" cap="flat">
            <a:noFill/>
            <a:prstDash val="solid"/>
            <a:miter/>
          </a:ln>
        </p:spPr>
        <p:txBody>
          <a:bodyPr rtlCol="0" anchor="ctr"/>
          <a:lstStyle/>
          <a:p>
            <a:endParaRPr lang="en-US"/>
          </a:p>
        </p:txBody>
      </p:sp>
      <p:sp>
        <p:nvSpPr>
          <p:cNvPr id="1800" name="Freeform 1799">
            <a:extLst>
              <a:ext uri="{FF2B5EF4-FFF2-40B4-BE49-F238E27FC236}">
                <a16:creationId xmlns:a16="http://schemas.microsoft.com/office/drawing/2014/main" id="{2158B643-744C-E4DD-EB4D-DA7C87CCA463}"/>
              </a:ext>
            </a:extLst>
          </p:cNvPr>
          <p:cNvSpPr/>
          <p:nvPr/>
        </p:nvSpPr>
        <p:spPr>
          <a:xfrm>
            <a:off x="8139365" y="1636672"/>
            <a:ext cx="3665806" cy="433965"/>
          </a:xfrm>
          <a:custGeom>
            <a:avLst/>
            <a:gdLst>
              <a:gd name="connsiteX0" fmla="*/ 0 w 2513520"/>
              <a:gd name="connsiteY0" fmla="*/ 0 h 373951"/>
              <a:gd name="connsiteX1" fmla="*/ 2513521 w 2513520"/>
              <a:gd name="connsiteY1" fmla="*/ 0 h 373951"/>
              <a:gd name="connsiteX2" fmla="*/ 2513521 w 2513520"/>
              <a:gd name="connsiteY2" fmla="*/ 373952 h 373951"/>
              <a:gd name="connsiteX3" fmla="*/ 0 w 2513520"/>
              <a:gd name="connsiteY3" fmla="*/ 373952 h 373951"/>
            </a:gdLst>
            <a:ahLst/>
            <a:cxnLst>
              <a:cxn ang="0">
                <a:pos x="connsiteX0" y="connsiteY0"/>
              </a:cxn>
              <a:cxn ang="0">
                <a:pos x="connsiteX1" y="connsiteY1"/>
              </a:cxn>
              <a:cxn ang="0">
                <a:pos x="connsiteX2" y="connsiteY2"/>
              </a:cxn>
              <a:cxn ang="0">
                <a:pos x="connsiteX3" y="connsiteY3"/>
              </a:cxn>
            </a:cxnLst>
            <a:rect l="l" t="t" r="r" b="b"/>
            <a:pathLst>
              <a:path w="2513520" h="373951">
                <a:moveTo>
                  <a:pt x="0" y="0"/>
                </a:moveTo>
                <a:lnTo>
                  <a:pt x="2513521" y="0"/>
                </a:lnTo>
                <a:lnTo>
                  <a:pt x="2513521" y="373952"/>
                </a:lnTo>
                <a:lnTo>
                  <a:pt x="0" y="373952"/>
                </a:lnTo>
                <a:close/>
              </a:path>
            </a:pathLst>
          </a:custGeom>
          <a:solidFill>
            <a:schemeClr val="tx2"/>
          </a:solidFill>
          <a:ln w="0" cap="flat">
            <a:noFill/>
            <a:prstDash val="solid"/>
            <a:miter/>
          </a:ln>
        </p:spPr>
        <p:txBody>
          <a:bodyPr rtlCol="0" anchor="ctr"/>
          <a:lstStyle/>
          <a:p>
            <a:endParaRPr lang="en-US"/>
          </a:p>
        </p:txBody>
      </p:sp>
      <p:sp>
        <p:nvSpPr>
          <p:cNvPr id="213" name="Text Placeholder 212">
            <a:extLst>
              <a:ext uri="{FF2B5EF4-FFF2-40B4-BE49-F238E27FC236}">
                <a16:creationId xmlns:a16="http://schemas.microsoft.com/office/drawing/2014/main" id="{909EEC45-74F6-4D4A-3802-30D053469445}"/>
              </a:ext>
            </a:extLst>
          </p:cNvPr>
          <p:cNvSpPr>
            <a:spLocks noGrp="1"/>
          </p:cNvSpPr>
          <p:nvPr>
            <p:ph type="body" sz="quarter" idx="13" hasCustomPrompt="1"/>
          </p:nvPr>
        </p:nvSpPr>
        <p:spPr>
          <a:xfrm>
            <a:off x="314691" y="1636713"/>
            <a:ext cx="3646421" cy="433965"/>
          </a:xfrm>
        </p:spPr>
        <p:txBody>
          <a:bodyPr wrap="square" lIns="182880" tIns="91440" rIns="91440" bIns="91440">
            <a:noAutofit/>
          </a:bodyPr>
          <a:lstStyle>
            <a:lvl1pPr marL="0" indent="0">
              <a:buNone/>
              <a:defRPr sz="1800" b="1">
                <a:solidFill>
                  <a:schemeClr val="bg1"/>
                </a:solidFill>
              </a:defRPr>
            </a:lvl1pPr>
            <a:lvl2pPr marL="457200" indent="0">
              <a:buNone/>
              <a:defRPr sz="1800" b="1">
                <a:solidFill>
                  <a:schemeClr val="bg1"/>
                </a:solidFill>
              </a:defRPr>
            </a:lvl2pPr>
            <a:lvl3pPr marL="914400" indent="0">
              <a:buNone/>
              <a:defRPr sz="1800" b="1">
                <a:solidFill>
                  <a:schemeClr val="bg1"/>
                </a:solidFill>
              </a:defRPr>
            </a:lvl3pPr>
            <a:lvl4pPr marL="1371600" indent="0">
              <a:buNone/>
              <a:defRPr sz="1800" b="1">
                <a:solidFill>
                  <a:schemeClr val="bg1"/>
                </a:solidFill>
              </a:defRPr>
            </a:lvl4pPr>
            <a:lvl5pPr marL="1828800" indent="0">
              <a:buNone/>
              <a:defRPr sz="1800" b="1">
                <a:solidFill>
                  <a:schemeClr val="bg1"/>
                </a:solidFill>
              </a:defRPr>
            </a:lvl5pPr>
          </a:lstStyle>
          <a:p>
            <a:pPr lvl="0"/>
            <a:r>
              <a:rPr lang="en-US"/>
              <a:t>Supporting point</a:t>
            </a:r>
          </a:p>
        </p:txBody>
      </p:sp>
      <p:sp>
        <p:nvSpPr>
          <p:cNvPr id="3429" name="Text Placeholder 212">
            <a:extLst>
              <a:ext uri="{FF2B5EF4-FFF2-40B4-BE49-F238E27FC236}">
                <a16:creationId xmlns:a16="http://schemas.microsoft.com/office/drawing/2014/main" id="{853CBCD8-5D3A-0441-6161-5960D4DE250A}"/>
              </a:ext>
            </a:extLst>
          </p:cNvPr>
          <p:cNvSpPr>
            <a:spLocks noGrp="1"/>
          </p:cNvSpPr>
          <p:nvPr>
            <p:ph type="body" sz="quarter" idx="15" hasCustomPrompt="1"/>
          </p:nvPr>
        </p:nvSpPr>
        <p:spPr>
          <a:xfrm>
            <a:off x="4231283" y="1636713"/>
            <a:ext cx="3646421" cy="433965"/>
          </a:xfrm>
          <a:solidFill>
            <a:schemeClr val="tx2"/>
          </a:solidFill>
        </p:spPr>
        <p:txBody>
          <a:bodyPr wrap="square" lIns="182880" tIns="91440" rIns="91440" bIns="91440">
            <a:noAutofit/>
          </a:bodyPr>
          <a:lstStyle>
            <a:lvl1pPr marL="0" indent="0">
              <a:buNone/>
              <a:defRPr sz="1800" b="1">
                <a:solidFill>
                  <a:schemeClr val="bg1"/>
                </a:solidFill>
              </a:defRPr>
            </a:lvl1pPr>
            <a:lvl2pPr marL="457200" indent="0">
              <a:buNone/>
              <a:defRPr sz="1800" b="1">
                <a:solidFill>
                  <a:schemeClr val="bg1"/>
                </a:solidFill>
              </a:defRPr>
            </a:lvl2pPr>
            <a:lvl3pPr marL="914400" indent="0">
              <a:buNone/>
              <a:defRPr sz="1800" b="1">
                <a:solidFill>
                  <a:schemeClr val="bg1"/>
                </a:solidFill>
              </a:defRPr>
            </a:lvl3pPr>
            <a:lvl4pPr marL="1371600" indent="0">
              <a:buNone/>
              <a:defRPr sz="1800" b="1">
                <a:solidFill>
                  <a:schemeClr val="bg1"/>
                </a:solidFill>
              </a:defRPr>
            </a:lvl4pPr>
            <a:lvl5pPr marL="1828800" indent="0">
              <a:buNone/>
              <a:defRPr sz="1800" b="1">
                <a:solidFill>
                  <a:schemeClr val="bg1"/>
                </a:solidFill>
              </a:defRPr>
            </a:lvl5pPr>
          </a:lstStyle>
          <a:p>
            <a:pPr lvl="0"/>
            <a:r>
              <a:rPr lang="en-US"/>
              <a:t>Supporting point</a:t>
            </a:r>
          </a:p>
        </p:txBody>
      </p:sp>
      <p:sp>
        <p:nvSpPr>
          <p:cNvPr id="3431" name="Text Placeholder 212">
            <a:extLst>
              <a:ext uri="{FF2B5EF4-FFF2-40B4-BE49-F238E27FC236}">
                <a16:creationId xmlns:a16="http://schemas.microsoft.com/office/drawing/2014/main" id="{C31F539B-83B4-84DA-2A7A-69A0245FA308}"/>
              </a:ext>
            </a:extLst>
          </p:cNvPr>
          <p:cNvSpPr>
            <a:spLocks noGrp="1"/>
          </p:cNvSpPr>
          <p:nvPr>
            <p:ph type="body" sz="quarter" idx="17" hasCustomPrompt="1"/>
          </p:nvPr>
        </p:nvSpPr>
        <p:spPr>
          <a:xfrm>
            <a:off x="8159995" y="1636713"/>
            <a:ext cx="3646421" cy="433965"/>
          </a:xfrm>
        </p:spPr>
        <p:txBody>
          <a:bodyPr wrap="square" lIns="182880" tIns="91440" rIns="91440" bIns="91440">
            <a:noAutofit/>
          </a:bodyPr>
          <a:lstStyle>
            <a:lvl1pPr marL="0" indent="0">
              <a:buNone/>
              <a:defRPr sz="1800" b="1">
                <a:solidFill>
                  <a:schemeClr val="bg1"/>
                </a:solidFill>
              </a:defRPr>
            </a:lvl1pPr>
            <a:lvl2pPr marL="457200" indent="0">
              <a:buNone/>
              <a:defRPr sz="1800" b="1">
                <a:solidFill>
                  <a:schemeClr val="bg1"/>
                </a:solidFill>
              </a:defRPr>
            </a:lvl2pPr>
            <a:lvl3pPr marL="914400" indent="0">
              <a:buNone/>
              <a:defRPr sz="1800" b="1">
                <a:solidFill>
                  <a:schemeClr val="bg1"/>
                </a:solidFill>
              </a:defRPr>
            </a:lvl3pPr>
            <a:lvl4pPr marL="1371600" indent="0">
              <a:buNone/>
              <a:defRPr sz="1800" b="1">
                <a:solidFill>
                  <a:schemeClr val="bg1"/>
                </a:solidFill>
              </a:defRPr>
            </a:lvl4pPr>
            <a:lvl5pPr marL="1828800" indent="0">
              <a:buNone/>
              <a:defRPr sz="1800" b="1">
                <a:solidFill>
                  <a:schemeClr val="bg1"/>
                </a:solidFill>
              </a:defRPr>
            </a:lvl5pPr>
          </a:lstStyle>
          <a:p>
            <a:pPr lvl="0"/>
            <a:r>
              <a:rPr lang="en-US"/>
              <a:t>Supporting point</a:t>
            </a:r>
          </a:p>
        </p:txBody>
      </p:sp>
      <p:sp>
        <p:nvSpPr>
          <p:cNvPr id="2" name="Title 1">
            <a:extLst>
              <a:ext uri="{FF2B5EF4-FFF2-40B4-BE49-F238E27FC236}">
                <a16:creationId xmlns:a16="http://schemas.microsoft.com/office/drawing/2014/main" id="{B6D7CE54-A067-C608-8071-D9BFAF60EA84}"/>
              </a:ext>
            </a:extLst>
          </p:cNvPr>
          <p:cNvSpPr>
            <a:spLocks noGrp="1"/>
          </p:cNvSpPr>
          <p:nvPr>
            <p:ph type="title" hasCustomPrompt="1"/>
          </p:nvPr>
        </p:nvSpPr>
        <p:spPr>
          <a:xfrm>
            <a:off x="314692" y="365125"/>
            <a:ext cx="11492432" cy="886397"/>
          </a:xfrm>
        </p:spPr>
        <p:txBody>
          <a:bodyPr>
            <a:noAutofit/>
          </a:bodyPr>
          <a:lstStyle>
            <a:lvl1pPr>
              <a:defRPr>
                <a:solidFill>
                  <a:schemeClr val="tx1"/>
                </a:solidFill>
              </a:defRPr>
            </a:lvl1pPr>
          </a:lstStyle>
          <a:p>
            <a:r>
              <a:rPr lang="en-US"/>
              <a:t>One-sentence headline stating the main takeaway message for the slide; no longer than two lines </a:t>
            </a:r>
          </a:p>
        </p:txBody>
      </p:sp>
      <p:sp>
        <p:nvSpPr>
          <p:cNvPr id="3" name="Content Placeholder 2">
            <a:extLst>
              <a:ext uri="{FF2B5EF4-FFF2-40B4-BE49-F238E27FC236}">
                <a16:creationId xmlns:a16="http://schemas.microsoft.com/office/drawing/2014/main" id="{92B9DD14-4659-B8FE-84E6-93F5C544420C}"/>
              </a:ext>
            </a:extLst>
          </p:cNvPr>
          <p:cNvSpPr>
            <a:spLocks noGrp="1"/>
          </p:cNvSpPr>
          <p:nvPr>
            <p:ph sz="half" idx="1" hasCustomPrompt="1"/>
          </p:nvPr>
        </p:nvSpPr>
        <p:spPr>
          <a:xfrm>
            <a:off x="314692" y="2191870"/>
            <a:ext cx="3650690" cy="3617259"/>
          </a:xfrm>
        </p:spPr>
        <p:txBody>
          <a:bodyPr lIns="182880" tIns="91440" rIns="91440" bIns="91440">
            <a:noAutofit/>
          </a:bodyPr>
          <a:lstStyle>
            <a:lvl1pPr marL="0" indent="0">
              <a:spcBef>
                <a:spcPts val="1200"/>
              </a:spcBef>
              <a:spcAft>
                <a:spcPts val="60"/>
              </a:spcAft>
              <a:buNone/>
              <a:defRPr sz="1800">
                <a:solidFill>
                  <a:schemeClr val="tx1"/>
                </a:solidFill>
              </a:defRPr>
            </a:lvl1pPr>
            <a:lvl2pPr>
              <a:spcBef>
                <a:spcPts val="1200"/>
              </a:spcBef>
              <a:spcAft>
                <a:spcPts val="60"/>
              </a:spcAft>
              <a:defRPr sz="1600">
                <a:solidFill>
                  <a:schemeClr val="tx1"/>
                </a:solidFill>
              </a:defRPr>
            </a:lvl2pPr>
            <a:lvl3pPr>
              <a:spcBef>
                <a:spcPts val="1200"/>
              </a:spcBef>
              <a:spcAft>
                <a:spcPts val="60"/>
              </a:spcAft>
              <a:defRPr sz="1600">
                <a:solidFill>
                  <a:schemeClr val="tx1"/>
                </a:solidFill>
              </a:defRPr>
            </a:lvl3pPr>
            <a:lvl4pPr>
              <a:spcBef>
                <a:spcPts val="1200"/>
              </a:spcBef>
              <a:spcAft>
                <a:spcPts val="60"/>
              </a:spcAft>
              <a:defRPr sz="1600">
                <a:solidFill>
                  <a:schemeClr val="tx1"/>
                </a:solidFill>
              </a:defRPr>
            </a:lvl4pPr>
            <a:lvl5pPr>
              <a:spcBef>
                <a:spcPts val="1200"/>
              </a:spcBef>
              <a:spcAft>
                <a:spcPts val="60"/>
              </a:spcAft>
              <a:defRPr sz="1600"/>
            </a:lvl5pPr>
          </a:lstStyle>
          <a:p>
            <a:r>
              <a:rPr lang="en-US"/>
              <a:t>Supporting point 1</a:t>
            </a:r>
            <a:br>
              <a:rPr lang="en-US"/>
            </a:br>
            <a:r>
              <a:rPr lang="en-US"/>
              <a:t>Supporting point 2</a:t>
            </a:r>
            <a:br>
              <a:rPr lang="en-US"/>
            </a:br>
            <a:r>
              <a:rPr lang="en-US"/>
              <a:t>Supporting point 3</a:t>
            </a:r>
          </a:p>
        </p:txBody>
      </p:sp>
      <p:sp>
        <p:nvSpPr>
          <p:cNvPr id="3428" name="Content Placeholder 2">
            <a:extLst>
              <a:ext uri="{FF2B5EF4-FFF2-40B4-BE49-F238E27FC236}">
                <a16:creationId xmlns:a16="http://schemas.microsoft.com/office/drawing/2014/main" id="{91B561D3-B6AC-5C9F-026F-E37DD262A783}"/>
              </a:ext>
            </a:extLst>
          </p:cNvPr>
          <p:cNvSpPr>
            <a:spLocks noGrp="1"/>
          </p:cNvSpPr>
          <p:nvPr>
            <p:ph sz="half" idx="14" hasCustomPrompt="1"/>
          </p:nvPr>
        </p:nvSpPr>
        <p:spPr>
          <a:xfrm>
            <a:off x="4228076" y="2191870"/>
            <a:ext cx="3646421" cy="3617259"/>
          </a:xfrm>
        </p:spPr>
        <p:txBody>
          <a:bodyPr lIns="182880" tIns="91440" rIns="91440" bIns="91440">
            <a:noAutofit/>
          </a:bodyPr>
          <a:lstStyle>
            <a:lvl1pPr marL="0" indent="0">
              <a:spcBef>
                <a:spcPts val="1200"/>
              </a:spcBef>
              <a:spcAft>
                <a:spcPts val="60"/>
              </a:spcAft>
              <a:buNone/>
              <a:defRPr sz="1800">
                <a:solidFill>
                  <a:schemeClr val="tx1"/>
                </a:solidFill>
              </a:defRPr>
            </a:lvl1pPr>
            <a:lvl2pPr>
              <a:spcBef>
                <a:spcPts val="1200"/>
              </a:spcBef>
              <a:spcAft>
                <a:spcPts val="60"/>
              </a:spcAft>
              <a:defRPr sz="1600">
                <a:solidFill>
                  <a:schemeClr val="tx1"/>
                </a:solidFill>
              </a:defRPr>
            </a:lvl2pPr>
            <a:lvl3pPr>
              <a:spcBef>
                <a:spcPts val="1200"/>
              </a:spcBef>
              <a:spcAft>
                <a:spcPts val="60"/>
              </a:spcAft>
              <a:defRPr sz="1600">
                <a:solidFill>
                  <a:schemeClr val="tx1"/>
                </a:solidFill>
              </a:defRPr>
            </a:lvl3pPr>
            <a:lvl4pPr>
              <a:spcBef>
                <a:spcPts val="1200"/>
              </a:spcBef>
              <a:spcAft>
                <a:spcPts val="60"/>
              </a:spcAft>
              <a:defRPr sz="1600">
                <a:solidFill>
                  <a:schemeClr val="tx1"/>
                </a:solidFill>
              </a:defRPr>
            </a:lvl4pPr>
            <a:lvl5pPr>
              <a:spcBef>
                <a:spcPts val="1200"/>
              </a:spcBef>
              <a:spcAft>
                <a:spcPts val="60"/>
              </a:spcAft>
              <a:defRPr sz="1600"/>
            </a:lvl5pPr>
          </a:lstStyle>
          <a:p>
            <a:r>
              <a:rPr lang="en-US"/>
              <a:t>Supporting point 1</a:t>
            </a:r>
            <a:br>
              <a:rPr lang="en-US"/>
            </a:br>
            <a:r>
              <a:rPr lang="en-US"/>
              <a:t>Supporting point 2</a:t>
            </a:r>
            <a:br>
              <a:rPr lang="en-US"/>
            </a:br>
            <a:r>
              <a:rPr lang="en-US"/>
              <a:t>Supporting point 3</a:t>
            </a:r>
          </a:p>
        </p:txBody>
      </p:sp>
      <p:sp>
        <p:nvSpPr>
          <p:cNvPr id="3430" name="Content Placeholder 2">
            <a:extLst>
              <a:ext uri="{FF2B5EF4-FFF2-40B4-BE49-F238E27FC236}">
                <a16:creationId xmlns:a16="http://schemas.microsoft.com/office/drawing/2014/main" id="{0971FFF4-0C2D-A4E6-1474-3D6A4F0506DA}"/>
              </a:ext>
            </a:extLst>
          </p:cNvPr>
          <p:cNvSpPr>
            <a:spLocks noGrp="1"/>
          </p:cNvSpPr>
          <p:nvPr>
            <p:ph sz="half" idx="16" hasCustomPrompt="1"/>
          </p:nvPr>
        </p:nvSpPr>
        <p:spPr>
          <a:xfrm>
            <a:off x="8156060" y="2191870"/>
            <a:ext cx="3647391" cy="3617259"/>
          </a:xfrm>
        </p:spPr>
        <p:txBody>
          <a:bodyPr lIns="182880" tIns="91440" rIns="91440" bIns="91440">
            <a:noAutofit/>
          </a:bodyPr>
          <a:lstStyle>
            <a:lvl1pPr marL="0" indent="0">
              <a:spcBef>
                <a:spcPts val="1200"/>
              </a:spcBef>
              <a:spcAft>
                <a:spcPts val="60"/>
              </a:spcAft>
              <a:buNone/>
              <a:defRPr sz="1800">
                <a:solidFill>
                  <a:schemeClr val="tx1"/>
                </a:solidFill>
              </a:defRPr>
            </a:lvl1pPr>
            <a:lvl2pPr>
              <a:spcBef>
                <a:spcPts val="1200"/>
              </a:spcBef>
              <a:spcAft>
                <a:spcPts val="60"/>
              </a:spcAft>
              <a:defRPr sz="1600">
                <a:solidFill>
                  <a:schemeClr val="tx1"/>
                </a:solidFill>
              </a:defRPr>
            </a:lvl2pPr>
            <a:lvl3pPr>
              <a:spcBef>
                <a:spcPts val="1200"/>
              </a:spcBef>
              <a:spcAft>
                <a:spcPts val="60"/>
              </a:spcAft>
              <a:defRPr sz="1600">
                <a:solidFill>
                  <a:schemeClr val="tx1"/>
                </a:solidFill>
              </a:defRPr>
            </a:lvl3pPr>
            <a:lvl4pPr>
              <a:spcBef>
                <a:spcPts val="1200"/>
              </a:spcBef>
              <a:spcAft>
                <a:spcPts val="60"/>
              </a:spcAft>
              <a:defRPr sz="1600">
                <a:solidFill>
                  <a:schemeClr val="tx1"/>
                </a:solidFill>
              </a:defRPr>
            </a:lvl4pPr>
            <a:lvl5pPr>
              <a:spcBef>
                <a:spcPts val="1200"/>
              </a:spcBef>
              <a:spcAft>
                <a:spcPts val="60"/>
              </a:spcAft>
              <a:defRPr sz="1600"/>
            </a:lvl5pPr>
          </a:lstStyle>
          <a:p>
            <a:r>
              <a:rPr lang="en-US"/>
              <a:t>Supporting point 1</a:t>
            </a:r>
            <a:br>
              <a:rPr lang="en-US"/>
            </a:br>
            <a:r>
              <a:rPr lang="en-US"/>
              <a:t>Supporting point 2</a:t>
            </a:r>
            <a:br>
              <a:rPr lang="en-US"/>
            </a:br>
            <a:r>
              <a:rPr lang="en-US"/>
              <a:t>Supporting point 3</a:t>
            </a:r>
          </a:p>
        </p:txBody>
      </p:sp>
    </p:spTree>
    <p:extLst>
      <p:ext uri="{BB962C8B-B14F-4D97-AF65-F5344CB8AC3E}">
        <p14:creationId xmlns:p14="http://schemas.microsoft.com/office/powerpoint/2010/main" val="140144569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3-column image">
    <p:spTree>
      <p:nvGrpSpPr>
        <p:cNvPr id="1" name=""/>
        <p:cNvGrpSpPr/>
        <p:nvPr/>
      </p:nvGrpSpPr>
      <p:grpSpPr>
        <a:xfrm>
          <a:off x="0" y="0"/>
          <a:ext cx="0" cy="0"/>
          <a:chOff x="0" y="0"/>
          <a:chExt cx="0" cy="0"/>
        </a:xfrm>
      </p:grpSpPr>
      <p:sp>
        <p:nvSpPr>
          <p:cNvPr id="124" name="Freeform 123">
            <a:extLst>
              <a:ext uri="{FF2B5EF4-FFF2-40B4-BE49-F238E27FC236}">
                <a16:creationId xmlns:a16="http://schemas.microsoft.com/office/drawing/2014/main" id="{14819B2D-3933-9761-A0E0-F8A47EFAE83C}"/>
              </a:ext>
            </a:extLst>
          </p:cNvPr>
          <p:cNvSpPr/>
          <p:nvPr userDrawn="1"/>
        </p:nvSpPr>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a:solidFill>
            <a:schemeClr val="tx1"/>
          </a:solidFill>
          <a:ln w="0" cap="flat">
            <a:noFill/>
            <a:prstDash val="solid"/>
            <a:miter/>
          </a:ln>
        </p:spPr>
        <p:txBody>
          <a:bodyPr rtlCol="0" anchor="ctr"/>
          <a:lstStyle/>
          <a:p>
            <a:endParaRPr lang="en-US"/>
          </a:p>
        </p:txBody>
      </p:sp>
      <p:sp>
        <p:nvSpPr>
          <p:cNvPr id="2" name="Title 1">
            <a:extLst>
              <a:ext uri="{FF2B5EF4-FFF2-40B4-BE49-F238E27FC236}">
                <a16:creationId xmlns:a16="http://schemas.microsoft.com/office/drawing/2014/main" id="{265D5DB1-B0F4-39A7-9E5F-343BB17944E4}"/>
              </a:ext>
            </a:extLst>
          </p:cNvPr>
          <p:cNvSpPr>
            <a:spLocks noGrp="1"/>
          </p:cNvSpPr>
          <p:nvPr>
            <p:ph type="title" hasCustomPrompt="1"/>
          </p:nvPr>
        </p:nvSpPr>
        <p:spPr>
          <a:xfrm>
            <a:off x="314692" y="365125"/>
            <a:ext cx="11685523" cy="917575"/>
          </a:xfrm>
        </p:spPr>
        <p:txBody>
          <a:bodyPr>
            <a:noAutofit/>
          </a:bodyPr>
          <a:lstStyle>
            <a:lvl1pPr>
              <a:defRPr b="1">
                <a:solidFill>
                  <a:schemeClr val="bg1"/>
                </a:solidFill>
              </a:defRPr>
            </a:lvl1pPr>
          </a:lstStyle>
          <a:p>
            <a:r>
              <a:rPr lang="en-US"/>
              <a:t>One-sentence headline stating the main takeaway message for the slide; no longer than two lines </a:t>
            </a:r>
          </a:p>
        </p:txBody>
      </p:sp>
      <p:sp>
        <p:nvSpPr>
          <p:cNvPr id="4" name="Rectangle 6">
            <a:extLst>
              <a:ext uri="{FF2B5EF4-FFF2-40B4-BE49-F238E27FC236}">
                <a16:creationId xmlns:a16="http://schemas.microsoft.com/office/drawing/2014/main" id="{DAF7721B-92F3-10FF-5A89-459D1C6BA969}"/>
              </a:ext>
            </a:extLst>
          </p:cNvPr>
          <p:cNvSpPr>
            <a:spLocks noChangeArrowheads="1"/>
          </p:cNvSpPr>
          <p:nvPr userDrawn="1"/>
        </p:nvSpPr>
        <p:spPr bwMode="auto">
          <a:xfrm flipH="1">
            <a:off x="11526723" y="6576851"/>
            <a:ext cx="280401" cy="152400"/>
          </a:xfrm>
          <a:prstGeom prst="rect">
            <a:avLst/>
          </a:prstGeom>
          <a:noFill/>
          <a:ln w="9525">
            <a:noFill/>
            <a:miter lim="800000"/>
            <a:headEnd/>
            <a:tailEnd/>
          </a:ln>
          <a:effectLst/>
        </p:spPr>
        <p:txBody>
          <a:bodyPr lIns="0" tIns="0" rIns="0" bIns="0"/>
          <a:lstStyle/>
          <a:p>
            <a:pPr algn="ctr" defTabSz="173038">
              <a:lnSpc>
                <a:spcPct val="90000"/>
              </a:lnSpc>
              <a:tabLst>
                <a:tab pos="230188" algn="l"/>
              </a:tabLst>
              <a:defRPr/>
            </a:pPr>
            <a:fld id="{040BB257-551A-4736-B50F-DCF1BA034C06}" type="slidenum">
              <a:rPr lang="en-US" sz="1000" smtClean="0">
                <a:solidFill>
                  <a:schemeClr val="bg1"/>
                </a:solidFill>
                <a:latin typeface="Roboto" panose="02000000000000000000" pitchFamily="2" charset="0"/>
                <a:ea typeface="Roboto" panose="02000000000000000000" pitchFamily="2" charset="0"/>
                <a:cs typeface="Times New Roman" panose="02020603050405020304" pitchFamily="18" charset="0"/>
              </a:rPr>
              <a:pPr algn="ctr" defTabSz="173038">
                <a:lnSpc>
                  <a:spcPct val="90000"/>
                </a:lnSpc>
                <a:tabLst>
                  <a:tab pos="230188" algn="l"/>
                </a:tabLst>
                <a:defRPr/>
              </a:pPr>
              <a:t>‹#›</a:t>
            </a:fld>
            <a:endParaRPr lang="en-US" sz="1000">
              <a:solidFill>
                <a:schemeClr val="bg1"/>
              </a:solidFill>
              <a:latin typeface="Roboto" panose="02000000000000000000" pitchFamily="2" charset="0"/>
              <a:ea typeface="Roboto" panose="02000000000000000000" pitchFamily="2" charset="0"/>
              <a:cs typeface="Times New Roman" panose="02020603050405020304" pitchFamily="18" charset="0"/>
            </a:endParaRPr>
          </a:p>
        </p:txBody>
      </p:sp>
      <p:pic>
        <p:nvPicPr>
          <p:cNvPr id="3" name="Graphic 2">
            <a:extLst>
              <a:ext uri="{FF2B5EF4-FFF2-40B4-BE49-F238E27FC236}">
                <a16:creationId xmlns:a16="http://schemas.microsoft.com/office/drawing/2014/main" id="{0FD5FAFE-F099-74C8-600F-3FEE5ACA26C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14693" y="6431818"/>
            <a:ext cx="1188988" cy="285824"/>
          </a:xfrm>
          <a:prstGeom prst="rect">
            <a:avLst/>
          </a:prstGeom>
        </p:spPr>
      </p:pic>
      <p:sp>
        <p:nvSpPr>
          <p:cNvPr id="6" name="Picture Placeholder 360">
            <a:extLst>
              <a:ext uri="{FF2B5EF4-FFF2-40B4-BE49-F238E27FC236}">
                <a16:creationId xmlns:a16="http://schemas.microsoft.com/office/drawing/2014/main" id="{22CDA623-F17D-C055-60D8-139C9924BE30}"/>
              </a:ext>
            </a:extLst>
          </p:cNvPr>
          <p:cNvSpPr>
            <a:spLocks noGrp="1"/>
          </p:cNvSpPr>
          <p:nvPr>
            <p:ph type="pic" sz="quarter" idx="12"/>
          </p:nvPr>
        </p:nvSpPr>
        <p:spPr>
          <a:xfrm>
            <a:off x="1773908" y="1647919"/>
            <a:ext cx="2393950" cy="2393950"/>
          </a:xfrm>
          <a:solidFill>
            <a:schemeClr val="bg2"/>
          </a:solidFill>
        </p:spPr>
        <p:txBody>
          <a:bodyPr/>
          <a:lstStyle/>
          <a:p>
            <a:r>
              <a:rPr lang="en-US"/>
              <a:t>Click icon to add picture</a:t>
            </a:r>
          </a:p>
        </p:txBody>
      </p:sp>
      <p:sp>
        <p:nvSpPr>
          <p:cNvPr id="7" name="Picture Placeholder 360">
            <a:extLst>
              <a:ext uri="{FF2B5EF4-FFF2-40B4-BE49-F238E27FC236}">
                <a16:creationId xmlns:a16="http://schemas.microsoft.com/office/drawing/2014/main" id="{3347E071-335C-4249-3E65-B4125AADA3C2}"/>
              </a:ext>
            </a:extLst>
          </p:cNvPr>
          <p:cNvSpPr>
            <a:spLocks noGrp="1"/>
          </p:cNvSpPr>
          <p:nvPr>
            <p:ph type="pic" sz="quarter" idx="13"/>
          </p:nvPr>
        </p:nvSpPr>
        <p:spPr>
          <a:xfrm>
            <a:off x="4949380" y="1654993"/>
            <a:ext cx="2393950" cy="2393950"/>
          </a:xfrm>
          <a:solidFill>
            <a:schemeClr val="bg2"/>
          </a:solidFill>
        </p:spPr>
        <p:txBody>
          <a:bodyPr/>
          <a:lstStyle/>
          <a:p>
            <a:r>
              <a:rPr lang="en-US"/>
              <a:t>Click icon to add picture</a:t>
            </a:r>
          </a:p>
        </p:txBody>
      </p:sp>
      <p:sp>
        <p:nvSpPr>
          <p:cNvPr id="8" name="Picture Placeholder 360">
            <a:extLst>
              <a:ext uri="{FF2B5EF4-FFF2-40B4-BE49-F238E27FC236}">
                <a16:creationId xmlns:a16="http://schemas.microsoft.com/office/drawing/2014/main" id="{3FE91602-2738-A673-EBF8-A0ACA14E6531}"/>
              </a:ext>
            </a:extLst>
          </p:cNvPr>
          <p:cNvSpPr>
            <a:spLocks noGrp="1"/>
          </p:cNvSpPr>
          <p:nvPr>
            <p:ph type="pic" sz="quarter" idx="14"/>
          </p:nvPr>
        </p:nvSpPr>
        <p:spPr>
          <a:xfrm>
            <a:off x="8126285" y="1677066"/>
            <a:ext cx="2393950" cy="2393950"/>
          </a:xfrm>
          <a:solidFill>
            <a:schemeClr val="bg2"/>
          </a:solidFill>
        </p:spPr>
        <p:txBody>
          <a:bodyPr/>
          <a:lstStyle/>
          <a:p>
            <a:r>
              <a:rPr lang="en-US"/>
              <a:t>Click icon to add picture</a:t>
            </a:r>
          </a:p>
        </p:txBody>
      </p:sp>
      <p:sp>
        <p:nvSpPr>
          <p:cNvPr id="9" name="Text Placeholder 364">
            <a:extLst>
              <a:ext uri="{FF2B5EF4-FFF2-40B4-BE49-F238E27FC236}">
                <a16:creationId xmlns:a16="http://schemas.microsoft.com/office/drawing/2014/main" id="{9403276D-5FB8-BD3C-65B5-24E0F431ACF3}"/>
              </a:ext>
            </a:extLst>
          </p:cNvPr>
          <p:cNvSpPr>
            <a:spLocks noGrp="1"/>
          </p:cNvSpPr>
          <p:nvPr>
            <p:ph type="body" sz="quarter" idx="15" hasCustomPrompt="1"/>
          </p:nvPr>
        </p:nvSpPr>
        <p:spPr>
          <a:xfrm>
            <a:off x="1773238" y="4209116"/>
            <a:ext cx="2393950" cy="369332"/>
          </a:xfrm>
        </p:spPr>
        <p:txBody>
          <a:bodyPr tIns="91440" bIns="0">
            <a:noAutofit/>
          </a:bodyPr>
          <a:lstStyle>
            <a:lvl1pPr marL="0" indent="0" algn="ctr">
              <a:buNone/>
              <a:defRPr sz="2000" b="1">
                <a:solidFill>
                  <a:schemeClr val="bg1"/>
                </a:solidFill>
              </a:defRPr>
            </a:lvl1pPr>
            <a:lvl2pPr marL="457200" indent="0" algn="ctr">
              <a:buNone/>
              <a:defRPr sz="2000" b="1">
                <a:solidFill>
                  <a:schemeClr val="bg1"/>
                </a:solidFill>
              </a:defRPr>
            </a:lvl2pPr>
            <a:lvl3pPr marL="914400" indent="0" algn="ctr">
              <a:buNone/>
              <a:defRPr sz="2000" b="1">
                <a:solidFill>
                  <a:schemeClr val="bg1"/>
                </a:solidFill>
              </a:defRPr>
            </a:lvl3pPr>
            <a:lvl4pPr marL="1371600" indent="0" algn="ctr">
              <a:buNone/>
              <a:defRPr sz="2000" b="1">
                <a:solidFill>
                  <a:schemeClr val="bg1"/>
                </a:solidFill>
              </a:defRPr>
            </a:lvl4pPr>
            <a:lvl5pPr marL="1828800" indent="0" algn="ctr">
              <a:buNone/>
              <a:defRPr sz="2000" b="1">
                <a:solidFill>
                  <a:schemeClr val="bg1"/>
                </a:solidFill>
              </a:defRPr>
            </a:lvl5pPr>
          </a:lstStyle>
          <a:p>
            <a:pPr lvl="0"/>
            <a:r>
              <a:rPr lang="en-US"/>
              <a:t>Supporting point 1</a:t>
            </a:r>
          </a:p>
        </p:txBody>
      </p:sp>
      <p:sp>
        <p:nvSpPr>
          <p:cNvPr id="10" name="Text Placeholder 364">
            <a:extLst>
              <a:ext uri="{FF2B5EF4-FFF2-40B4-BE49-F238E27FC236}">
                <a16:creationId xmlns:a16="http://schemas.microsoft.com/office/drawing/2014/main" id="{DEAD8E05-AA79-AD7E-E31D-26EE870F8371}"/>
              </a:ext>
            </a:extLst>
          </p:cNvPr>
          <p:cNvSpPr>
            <a:spLocks noGrp="1"/>
          </p:cNvSpPr>
          <p:nvPr>
            <p:ph type="body" sz="quarter" idx="16" hasCustomPrompt="1"/>
          </p:nvPr>
        </p:nvSpPr>
        <p:spPr>
          <a:xfrm>
            <a:off x="4949380" y="4209116"/>
            <a:ext cx="2393950" cy="369332"/>
          </a:xfrm>
        </p:spPr>
        <p:txBody>
          <a:bodyPr tIns="91440" bIns="0">
            <a:noAutofit/>
          </a:bodyPr>
          <a:lstStyle>
            <a:lvl1pPr marL="0" indent="0" algn="ctr">
              <a:buNone/>
              <a:defRPr sz="2000" b="1">
                <a:solidFill>
                  <a:schemeClr val="bg1"/>
                </a:solidFill>
              </a:defRPr>
            </a:lvl1pPr>
            <a:lvl2pPr marL="457200" indent="0" algn="ctr">
              <a:buNone/>
              <a:defRPr sz="2000" b="1">
                <a:solidFill>
                  <a:schemeClr val="bg1"/>
                </a:solidFill>
              </a:defRPr>
            </a:lvl2pPr>
            <a:lvl3pPr marL="914400" indent="0" algn="ctr">
              <a:buNone/>
              <a:defRPr sz="2000" b="1">
                <a:solidFill>
                  <a:schemeClr val="bg1"/>
                </a:solidFill>
              </a:defRPr>
            </a:lvl3pPr>
            <a:lvl4pPr marL="1371600" indent="0" algn="ctr">
              <a:buNone/>
              <a:defRPr sz="2000" b="1">
                <a:solidFill>
                  <a:schemeClr val="bg1"/>
                </a:solidFill>
              </a:defRPr>
            </a:lvl4pPr>
            <a:lvl5pPr marL="1828800" indent="0" algn="ctr">
              <a:buNone/>
              <a:defRPr sz="2000" b="1">
                <a:solidFill>
                  <a:schemeClr val="bg1"/>
                </a:solidFill>
              </a:defRPr>
            </a:lvl5pPr>
          </a:lstStyle>
          <a:p>
            <a:pPr lvl="0"/>
            <a:r>
              <a:rPr lang="en-US"/>
              <a:t>Supporting point 2</a:t>
            </a:r>
          </a:p>
        </p:txBody>
      </p:sp>
      <p:sp>
        <p:nvSpPr>
          <p:cNvPr id="11" name="Text Placeholder 364">
            <a:extLst>
              <a:ext uri="{FF2B5EF4-FFF2-40B4-BE49-F238E27FC236}">
                <a16:creationId xmlns:a16="http://schemas.microsoft.com/office/drawing/2014/main" id="{A7759041-293D-A1CE-7012-E2391337B1E4}"/>
              </a:ext>
            </a:extLst>
          </p:cNvPr>
          <p:cNvSpPr>
            <a:spLocks noGrp="1"/>
          </p:cNvSpPr>
          <p:nvPr>
            <p:ph type="body" sz="quarter" idx="17" hasCustomPrompt="1"/>
          </p:nvPr>
        </p:nvSpPr>
        <p:spPr>
          <a:xfrm>
            <a:off x="8126285" y="4209116"/>
            <a:ext cx="2393950" cy="369332"/>
          </a:xfrm>
        </p:spPr>
        <p:txBody>
          <a:bodyPr tIns="91440" bIns="0">
            <a:noAutofit/>
          </a:bodyPr>
          <a:lstStyle>
            <a:lvl1pPr marL="0" indent="0" algn="ctr">
              <a:buNone/>
              <a:defRPr sz="2000" b="1">
                <a:solidFill>
                  <a:schemeClr val="bg1"/>
                </a:solidFill>
              </a:defRPr>
            </a:lvl1pPr>
            <a:lvl2pPr marL="457200" indent="0" algn="ctr">
              <a:buNone/>
              <a:defRPr sz="2000" b="1">
                <a:solidFill>
                  <a:schemeClr val="bg1"/>
                </a:solidFill>
              </a:defRPr>
            </a:lvl2pPr>
            <a:lvl3pPr marL="914400" indent="0" algn="ctr">
              <a:buNone/>
              <a:defRPr sz="2000" b="1">
                <a:solidFill>
                  <a:schemeClr val="bg1"/>
                </a:solidFill>
              </a:defRPr>
            </a:lvl3pPr>
            <a:lvl4pPr marL="1371600" indent="0" algn="ctr">
              <a:buNone/>
              <a:defRPr sz="2000" b="1">
                <a:solidFill>
                  <a:schemeClr val="bg1"/>
                </a:solidFill>
              </a:defRPr>
            </a:lvl4pPr>
            <a:lvl5pPr marL="1828800" indent="0" algn="ctr">
              <a:buNone/>
              <a:defRPr sz="2000" b="1">
                <a:solidFill>
                  <a:schemeClr val="bg1"/>
                </a:solidFill>
              </a:defRPr>
            </a:lvl5pPr>
          </a:lstStyle>
          <a:p>
            <a:pPr lvl="0"/>
            <a:r>
              <a:rPr lang="en-US"/>
              <a:t>Supporting point 3</a:t>
            </a:r>
          </a:p>
        </p:txBody>
      </p:sp>
    </p:spTree>
    <p:extLst>
      <p:ext uri="{BB962C8B-B14F-4D97-AF65-F5344CB8AC3E}">
        <p14:creationId xmlns:p14="http://schemas.microsoft.com/office/powerpoint/2010/main" val="29665378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4-column-bar">
    <p:spTree>
      <p:nvGrpSpPr>
        <p:cNvPr id="1" name=""/>
        <p:cNvGrpSpPr/>
        <p:nvPr/>
      </p:nvGrpSpPr>
      <p:grpSpPr>
        <a:xfrm>
          <a:off x="0" y="0"/>
          <a:ext cx="0" cy="0"/>
          <a:chOff x="0" y="0"/>
          <a:chExt cx="0" cy="0"/>
        </a:xfrm>
      </p:grpSpPr>
      <p:sp>
        <p:nvSpPr>
          <p:cNvPr id="42" name="Freeform 41">
            <a:extLst>
              <a:ext uri="{FF2B5EF4-FFF2-40B4-BE49-F238E27FC236}">
                <a16:creationId xmlns:a16="http://schemas.microsoft.com/office/drawing/2014/main" id="{31846654-6835-CFFC-15E4-5A6E77573C13}"/>
              </a:ext>
            </a:extLst>
          </p:cNvPr>
          <p:cNvSpPr/>
          <p:nvPr/>
        </p:nvSpPr>
        <p:spPr>
          <a:xfrm>
            <a:off x="314692" y="1636672"/>
            <a:ext cx="2755330" cy="433965"/>
          </a:xfrm>
          <a:custGeom>
            <a:avLst/>
            <a:gdLst>
              <a:gd name="connsiteX0" fmla="*/ 0 w 2513520"/>
              <a:gd name="connsiteY0" fmla="*/ 0 h 373951"/>
              <a:gd name="connsiteX1" fmla="*/ 2513521 w 2513520"/>
              <a:gd name="connsiteY1" fmla="*/ 0 h 373951"/>
              <a:gd name="connsiteX2" fmla="*/ 2513521 w 2513520"/>
              <a:gd name="connsiteY2" fmla="*/ 373952 h 373951"/>
              <a:gd name="connsiteX3" fmla="*/ 0 w 2513520"/>
              <a:gd name="connsiteY3" fmla="*/ 373952 h 373951"/>
            </a:gdLst>
            <a:ahLst/>
            <a:cxnLst>
              <a:cxn ang="0">
                <a:pos x="connsiteX0" y="connsiteY0"/>
              </a:cxn>
              <a:cxn ang="0">
                <a:pos x="connsiteX1" y="connsiteY1"/>
              </a:cxn>
              <a:cxn ang="0">
                <a:pos x="connsiteX2" y="connsiteY2"/>
              </a:cxn>
              <a:cxn ang="0">
                <a:pos x="connsiteX3" y="connsiteY3"/>
              </a:cxn>
            </a:cxnLst>
            <a:rect l="l" t="t" r="r" b="b"/>
            <a:pathLst>
              <a:path w="2513520" h="373951">
                <a:moveTo>
                  <a:pt x="0" y="0"/>
                </a:moveTo>
                <a:lnTo>
                  <a:pt x="2513521" y="0"/>
                </a:lnTo>
                <a:lnTo>
                  <a:pt x="2513521" y="373952"/>
                </a:lnTo>
                <a:lnTo>
                  <a:pt x="0" y="373952"/>
                </a:lnTo>
                <a:close/>
              </a:path>
            </a:pathLst>
          </a:custGeom>
          <a:solidFill>
            <a:schemeClr val="tx2"/>
          </a:solidFill>
          <a:ln w="0" cap="flat">
            <a:noFill/>
            <a:prstDash val="solid"/>
            <a:miter/>
          </a:ln>
        </p:spPr>
        <p:txBody>
          <a:bodyPr rtlCol="0" anchor="ctr">
            <a:noAutofit/>
          </a:bodyPr>
          <a:lstStyle/>
          <a:p>
            <a:endParaRPr lang="en-US"/>
          </a:p>
        </p:txBody>
      </p:sp>
      <p:sp>
        <p:nvSpPr>
          <p:cNvPr id="986" name="Freeform 985">
            <a:extLst>
              <a:ext uri="{FF2B5EF4-FFF2-40B4-BE49-F238E27FC236}">
                <a16:creationId xmlns:a16="http://schemas.microsoft.com/office/drawing/2014/main" id="{DD9191FA-8884-C2D5-4585-3E38817331A0}"/>
              </a:ext>
            </a:extLst>
          </p:cNvPr>
          <p:cNvSpPr/>
          <p:nvPr/>
        </p:nvSpPr>
        <p:spPr>
          <a:xfrm>
            <a:off x="3223131" y="1636672"/>
            <a:ext cx="2755330" cy="373951"/>
          </a:xfrm>
          <a:custGeom>
            <a:avLst/>
            <a:gdLst>
              <a:gd name="connsiteX0" fmla="*/ 0 w 2513520"/>
              <a:gd name="connsiteY0" fmla="*/ 0 h 373951"/>
              <a:gd name="connsiteX1" fmla="*/ 2513521 w 2513520"/>
              <a:gd name="connsiteY1" fmla="*/ 0 h 373951"/>
              <a:gd name="connsiteX2" fmla="*/ 2513521 w 2513520"/>
              <a:gd name="connsiteY2" fmla="*/ 373952 h 373951"/>
              <a:gd name="connsiteX3" fmla="*/ 0 w 2513520"/>
              <a:gd name="connsiteY3" fmla="*/ 373952 h 373951"/>
            </a:gdLst>
            <a:ahLst/>
            <a:cxnLst>
              <a:cxn ang="0">
                <a:pos x="connsiteX0" y="connsiteY0"/>
              </a:cxn>
              <a:cxn ang="0">
                <a:pos x="connsiteX1" y="connsiteY1"/>
              </a:cxn>
              <a:cxn ang="0">
                <a:pos x="connsiteX2" y="connsiteY2"/>
              </a:cxn>
              <a:cxn ang="0">
                <a:pos x="connsiteX3" y="connsiteY3"/>
              </a:cxn>
            </a:cxnLst>
            <a:rect l="l" t="t" r="r" b="b"/>
            <a:pathLst>
              <a:path w="2513520" h="373951">
                <a:moveTo>
                  <a:pt x="0" y="0"/>
                </a:moveTo>
                <a:lnTo>
                  <a:pt x="2513521" y="0"/>
                </a:lnTo>
                <a:lnTo>
                  <a:pt x="2513521" y="373952"/>
                </a:lnTo>
                <a:lnTo>
                  <a:pt x="0" y="373952"/>
                </a:lnTo>
                <a:close/>
              </a:path>
            </a:pathLst>
          </a:custGeom>
          <a:solidFill>
            <a:schemeClr val="accent1"/>
          </a:solidFill>
          <a:ln w="0" cap="flat">
            <a:noFill/>
            <a:prstDash val="solid"/>
            <a:miter/>
          </a:ln>
        </p:spPr>
        <p:txBody>
          <a:bodyPr rtlCol="0" anchor="ctr"/>
          <a:lstStyle/>
          <a:p>
            <a:endParaRPr lang="en-US"/>
          </a:p>
        </p:txBody>
      </p:sp>
      <p:sp>
        <p:nvSpPr>
          <p:cNvPr id="1800" name="Freeform 1799">
            <a:extLst>
              <a:ext uri="{FF2B5EF4-FFF2-40B4-BE49-F238E27FC236}">
                <a16:creationId xmlns:a16="http://schemas.microsoft.com/office/drawing/2014/main" id="{2158B643-744C-E4DD-EB4D-DA7C87CCA463}"/>
              </a:ext>
            </a:extLst>
          </p:cNvPr>
          <p:cNvSpPr/>
          <p:nvPr/>
        </p:nvSpPr>
        <p:spPr>
          <a:xfrm>
            <a:off x="6144761" y="1636672"/>
            <a:ext cx="2740760" cy="433965"/>
          </a:xfrm>
          <a:custGeom>
            <a:avLst/>
            <a:gdLst>
              <a:gd name="connsiteX0" fmla="*/ 0 w 2513520"/>
              <a:gd name="connsiteY0" fmla="*/ 0 h 373951"/>
              <a:gd name="connsiteX1" fmla="*/ 2513521 w 2513520"/>
              <a:gd name="connsiteY1" fmla="*/ 0 h 373951"/>
              <a:gd name="connsiteX2" fmla="*/ 2513521 w 2513520"/>
              <a:gd name="connsiteY2" fmla="*/ 373952 h 373951"/>
              <a:gd name="connsiteX3" fmla="*/ 0 w 2513520"/>
              <a:gd name="connsiteY3" fmla="*/ 373952 h 373951"/>
            </a:gdLst>
            <a:ahLst/>
            <a:cxnLst>
              <a:cxn ang="0">
                <a:pos x="connsiteX0" y="connsiteY0"/>
              </a:cxn>
              <a:cxn ang="0">
                <a:pos x="connsiteX1" y="connsiteY1"/>
              </a:cxn>
              <a:cxn ang="0">
                <a:pos x="connsiteX2" y="connsiteY2"/>
              </a:cxn>
              <a:cxn ang="0">
                <a:pos x="connsiteX3" y="connsiteY3"/>
              </a:cxn>
            </a:cxnLst>
            <a:rect l="l" t="t" r="r" b="b"/>
            <a:pathLst>
              <a:path w="2513520" h="373951">
                <a:moveTo>
                  <a:pt x="0" y="0"/>
                </a:moveTo>
                <a:lnTo>
                  <a:pt x="2513521" y="0"/>
                </a:lnTo>
                <a:lnTo>
                  <a:pt x="2513521" y="373952"/>
                </a:lnTo>
                <a:lnTo>
                  <a:pt x="0" y="373952"/>
                </a:lnTo>
                <a:close/>
              </a:path>
            </a:pathLst>
          </a:custGeom>
          <a:solidFill>
            <a:schemeClr val="tx2"/>
          </a:solidFill>
          <a:ln w="0" cap="flat">
            <a:noFill/>
            <a:prstDash val="solid"/>
            <a:miter/>
          </a:ln>
        </p:spPr>
        <p:txBody>
          <a:bodyPr rtlCol="0" anchor="ctr"/>
          <a:lstStyle/>
          <a:p>
            <a:endParaRPr lang="en-US"/>
          </a:p>
        </p:txBody>
      </p:sp>
      <p:sp>
        <p:nvSpPr>
          <p:cNvPr id="2614" name="Freeform 2613">
            <a:extLst>
              <a:ext uri="{FF2B5EF4-FFF2-40B4-BE49-F238E27FC236}">
                <a16:creationId xmlns:a16="http://schemas.microsoft.com/office/drawing/2014/main" id="{2FDB1E58-ABCD-30F4-4DE0-D0A3D27B0B3B}"/>
              </a:ext>
            </a:extLst>
          </p:cNvPr>
          <p:cNvSpPr/>
          <p:nvPr/>
        </p:nvSpPr>
        <p:spPr>
          <a:xfrm>
            <a:off x="9070721" y="1636672"/>
            <a:ext cx="2755330" cy="433965"/>
          </a:xfrm>
          <a:custGeom>
            <a:avLst/>
            <a:gdLst>
              <a:gd name="connsiteX0" fmla="*/ 0 w 2513520"/>
              <a:gd name="connsiteY0" fmla="*/ 0 h 373951"/>
              <a:gd name="connsiteX1" fmla="*/ 2513520 w 2513520"/>
              <a:gd name="connsiteY1" fmla="*/ 0 h 373951"/>
              <a:gd name="connsiteX2" fmla="*/ 2513520 w 2513520"/>
              <a:gd name="connsiteY2" fmla="*/ 373952 h 373951"/>
              <a:gd name="connsiteX3" fmla="*/ 0 w 2513520"/>
              <a:gd name="connsiteY3" fmla="*/ 373952 h 373951"/>
            </a:gdLst>
            <a:ahLst/>
            <a:cxnLst>
              <a:cxn ang="0">
                <a:pos x="connsiteX0" y="connsiteY0"/>
              </a:cxn>
              <a:cxn ang="0">
                <a:pos x="connsiteX1" y="connsiteY1"/>
              </a:cxn>
              <a:cxn ang="0">
                <a:pos x="connsiteX2" y="connsiteY2"/>
              </a:cxn>
              <a:cxn ang="0">
                <a:pos x="connsiteX3" y="connsiteY3"/>
              </a:cxn>
            </a:cxnLst>
            <a:rect l="l" t="t" r="r" b="b"/>
            <a:pathLst>
              <a:path w="2513520" h="373951">
                <a:moveTo>
                  <a:pt x="0" y="0"/>
                </a:moveTo>
                <a:lnTo>
                  <a:pt x="2513520" y="0"/>
                </a:lnTo>
                <a:lnTo>
                  <a:pt x="2513520" y="373952"/>
                </a:lnTo>
                <a:lnTo>
                  <a:pt x="0" y="373952"/>
                </a:lnTo>
                <a:close/>
              </a:path>
            </a:pathLst>
          </a:custGeom>
          <a:solidFill>
            <a:schemeClr val="tx2"/>
          </a:solidFill>
          <a:ln w="0" cap="flat">
            <a:noFill/>
            <a:prstDash val="solid"/>
            <a:miter/>
          </a:ln>
        </p:spPr>
        <p:txBody>
          <a:bodyPr rtlCol="0" anchor="ctr"/>
          <a:lstStyle/>
          <a:p>
            <a:endParaRPr lang="en-US"/>
          </a:p>
        </p:txBody>
      </p:sp>
      <p:sp>
        <p:nvSpPr>
          <p:cNvPr id="213" name="Text Placeholder 212">
            <a:extLst>
              <a:ext uri="{FF2B5EF4-FFF2-40B4-BE49-F238E27FC236}">
                <a16:creationId xmlns:a16="http://schemas.microsoft.com/office/drawing/2014/main" id="{909EEC45-74F6-4D4A-3802-30D053469445}"/>
              </a:ext>
            </a:extLst>
          </p:cNvPr>
          <p:cNvSpPr>
            <a:spLocks noGrp="1"/>
          </p:cNvSpPr>
          <p:nvPr>
            <p:ph type="body" sz="quarter" idx="13" hasCustomPrompt="1"/>
          </p:nvPr>
        </p:nvSpPr>
        <p:spPr>
          <a:xfrm>
            <a:off x="314692" y="1636713"/>
            <a:ext cx="2740760" cy="433965"/>
          </a:xfrm>
        </p:spPr>
        <p:txBody>
          <a:bodyPr wrap="square" lIns="182880" tIns="91440" rIns="91440" bIns="91440">
            <a:spAutoFit/>
          </a:bodyPr>
          <a:lstStyle>
            <a:lvl1pPr marL="0" indent="0">
              <a:buNone/>
              <a:defRPr sz="1800" b="1">
                <a:solidFill>
                  <a:schemeClr val="bg1"/>
                </a:solidFill>
              </a:defRPr>
            </a:lvl1pPr>
            <a:lvl2pPr marL="457200" indent="0">
              <a:buNone/>
              <a:defRPr sz="1800" b="1">
                <a:solidFill>
                  <a:schemeClr val="bg1"/>
                </a:solidFill>
              </a:defRPr>
            </a:lvl2pPr>
            <a:lvl3pPr marL="914400" indent="0">
              <a:buNone/>
              <a:defRPr sz="1800" b="1">
                <a:solidFill>
                  <a:schemeClr val="bg1"/>
                </a:solidFill>
              </a:defRPr>
            </a:lvl3pPr>
            <a:lvl4pPr marL="1371600" indent="0">
              <a:buNone/>
              <a:defRPr sz="1800" b="1">
                <a:solidFill>
                  <a:schemeClr val="bg1"/>
                </a:solidFill>
              </a:defRPr>
            </a:lvl4pPr>
            <a:lvl5pPr marL="1828800" indent="0">
              <a:buNone/>
              <a:defRPr sz="1800" b="1">
                <a:solidFill>
                  <a:schemeClr val="bg1"/>
                </a:solidFill>
              </a:defRPr>
            </a:lvl5pPr>
          </a:lstStyle>
          <a:p>
            <a:pPr lvl="0"/>
            <a:r>
              <a:rPr lang="en-US"/>
              <a:t>Supporting point</a:t>
            </a:r>
          </a:p>
        </p:txBody>
      </p:sp>
      <p:sp>
        <p:nvSpPr>
          <p:cNvPr id="3429" name="Text Placeholder 212">
            <a:extLst>
              <a:ext uri="{FF2B5EF4-FFF2-40B4-BE49-F238E27FC236}">
                <a16:creationId xmlns:a16="http://schemas.microsoft.com/office/drawing/2014/main" id="{853CBCD8-5D3A-0441-6161-5960D4DE250A}"/>
              </a:ext>
            </a:extLst>
          </p:cNvPr>
          <p:cNvSpPr>
            <a:spLocks noGrp="1"/>
          </p:cNvSpPr>
          <p:nvPr>
            <p:ph type="body" sz="quarter" idx="15" hasCustomPrompt="1"/>
          </p:nvPr>
        </p:nvSpPr>
        <p:spPr>
          <a:xfrm>
            <a:off x="3237701" y="1636713"/>
            <a:ext cx="2740760" cy="433965"/>
          </a:xfrm>
          <a:solidFill>
            <a:schemeClr val="tx2"/>
          </a:solidFill>
        </p:spPr>
        <p:txBody>
          <a:bodyPr wrap="square" lIns="182880" tIns="91440" rIns="91440" bIns="91440">
            <a:noAutofit/>
          </a:bodyPr>
          <a:lstStyle>
            <a:lvl1pPr marL="0" indent="0">
              <a:buNone/>
              <a:defRPr sz="1800" b="1">
                <a:solidFill>
                  <a:schemeClr val="bg1"/>
                </a:solidFill>
              </a:defRPr>
            </a:lvl1pPr>
            <a:lvl2pPr marL="457200" indent="0">
              <a:buNone/>
              <a:defRPr sz="1800" b="1">
                <a:solidFill>
                  <a:schemeClr val="bg1"/>
                </a:solidFill>
              </a:defRPr>
            </a:lvl2pPr>
            <a:lvl3pPr marL="914400" indent="0">
              <a:buNone/>
              <a:defRPr sz="1800" b="1">
                <a:solidFill>
                  <a:schemeClr val="bg1"/>
                </a:solidFill>
              </a:defRPr>
            </a:lvl3pPr>
            <a:lvl4pPr marL="1371600" indent="0">
              <a:buNone/>
              <a:defRPr sz="1800" b="1">
                <a:solidFill>
                  <a:schemeClr val="bg1"/>
                </a:solidFill>
              </a:defRPr>
            </a:lvl4pPr>
            <a:lvl5pPr marL="1828800" indent="0">
              <a:buNone/>
              <a:defRPr sz="1800" b="1">
                <a:solidFill>
                  <a:schemeClr val="bg1"/>
                </a:solidFill>
              </a:defRPr>
            </a:lvl5pPr>
          </a:lstStyle>
          <a:p>
            <a:pPr lvl="0"/>
            <a:r>
              <a:rPr lang="en-US"/>
              <a:t>Supporting point</a:t>
            </a:r>
          </a:p>
        </p:txBody>
      </p:sp>
      <p:sp>
        <p:nvSpPr>
          <p:cNvPr id="3431" name="Text Placeholder 212">
            <a:extLst>
              <a:ext uri="{FF2B5EF4-FFF2-40B4-BE49-F238E27FC236}">
                <a16:creationId xmlns:a16="http://schemas.microsoft.com/office/drawing/2014/main" id="{C31F539B-83B4-84DA-2A7A-69A0245FA308}"/>
              </a:ext>
            </a:extLst>
          </p:cNvPr>
          <p:cNvSpPr>
            <a:spLocks noGrp="1"/>
          </p:cNvSpPr>
          <p:nvPr>
            <p:ph type="body" sz="quarter" idx="17" hasCustomPrompt="1"/>
          </p:nvPr>
        </p:nvSpPr>
        <p:spPr>
          <a:xfrm>
            <a:off x="6144761" y="1636713"/>
            <a:ext cx="2740760" cy="433965"/>
          </a:xfrm>
        </p:spPr>
        <p:txBody>
          <a:bodyPr wrap="square" lIns="182880" tIns="91440" rIns="91440" bIns="91440">
            <a:noAutofit/>
          </a:bodyPr>
          <a:lstStyle>
            <a:lvl1pPr marL="0" indent="0">
              <a:buNone/>
              <a:defRPr sz="1800" b="1">
                <a:solidFill>
                  <a:schemeClr val="bg1"/>
                </a:solidFill>
              </a:defRPr>
            </a:lvl1pPr>
            <a:lvl2pPr marL="457200" indent="0">
              <a:buNone/>
              <a:defRPr sz="1800" b="1">
                <a:solidFill>
                  <a:schemeClr val="bg1"/>
                </a:solidFill>
              </a:defRPr>
            </a:lvl2pPr>
            <a:lvl3pPr marL="914400" indent="0">
              <a:buNone/>
              <a:defRPr sz="1800" b="1">
                <a:solidFill>
                  <a:schemeClr val="bg1"/>
                </a:solidFill>
              </a:defRPr>
            </a:lvl3pPr>
            <a:lvl4pPr marL="1371600" indent="0">
              <a:buNone/>
              <a:defRPr sz="1800" b="1">
                <a:solidFill>
                  <a:schemeClr val="bg1"/>
                </a:solidFill>
              </a:defRPr>
            </a:lvl4pPr>
            <a:lvl5pPr marL="1828800" indent="0">
              <a:buNone/>
              <a:defRPr sz="1800" b="1">
                <a:solidFill>
                  <a:schemeClr val="bg1"/>
                </a:solidFill>
              </a:defRPr>
            </a:lvl5pPr>
          </a:lstStyle>
          <a:p>
            <a:pPr lvl="0"/>
            <a:r>
              <a:rPr lang="en-US"/>
              <a:t>Supporting point</a:t>
            </a:r>
          </a:p>
        </p:txBody>
      </p:sp>
      <p:sp>
        <p:nvSpPr>
          <p:cNvPr id="3433" name="Text Placeholder 212">
            <a:extLst>
              <a:ext uri="{FF2B5EF4-FFF2-40B4-BE49-F238E27FC236}">
                <a16:creationId xmlns:a16="http://schemas.microsoft.com/office/drawing/2014/main" id="{13B81730-FDA6-818A-892D-1FB9DA8DCF2B}"/>
              </a:ext>
            </a:extLst>
          </p:cNvPr>
          <p:cNvSpPr>
            <a:spLocks noGrp="1"/>
          </p:cNvSpPr>
          <p:nvPr>
            <p:ph type="body" sz="quarter" idx="19" hasCustomPrompt="1"/>
          </p:nvPr>
        </p:nvSpPr>
        <p:spPr>
          <a:xfrm>
            <a:off x="9069571" y="1636713"/>
            <a:ext cx="2740760" cy="433965"/>
          </a:xfrm>
        </p:spPr>
        <p:txBody>
          <a:bodyPr wrap="square" lIns="182880" tIns="91440" rIns="91440" bIns="91440">
            <a:noAutofit/>
          </a:bodyPr>
          <a:lstStyle>
            <a:lvl1pPr marL="0" indent="0">
              <a:buNone/>
              <a:defRPr sz="1800" b="1">
                <a:solidFill>
                  <a:schemeClr val="bg1"/>
                </a:solidFill>
              </a:defRPr>
            </a:lvl1pPr>
            <a:lvl2pPr marL="457200" indent="0">
              <a:buNone/>
              <a:defRPr sz="1800" b="1">
                <a:solidFill>
                  <a:schemeClr val="bg1"/>
                </a:solidFill>
              </a:defRPr>
            </a:lvl2pPr>
            <a:lvl3pPr marL="914400" indent="0">
              <a:buNone/>
              <a:defRPr sz="1800" b="1">
                <a:solidFill>
                  <a:schemeClr val="bg1"/>
                </a:solidFill>
              </a:defRPr>
            </a:lvl3pPr>
            <a:lvl4pPr marL="1371600" indent="0">
              <a:buNone/>
              <a:defRPr sz="1800" b="1">
                <a:solidFill>
                  <a:schemeClr val="bg1"/>
                </a:solidFill>
              </a:defRPr>
            </a:lvl4pPr>
            <a:lvl5pPr marL="1828800" indent="0">
              <a:buNone/>
              <a:defRPr sz="1800" b="1">
                <a:solidFill>
                  <a:schemeClr val="bg1"/>
                </a:solidFill>
              </a:defRPr>
            </a:lvl5pPr>
          </a:lstStyle>
          <a:p>
            <a:pPr lvl="0"/>
            <a:r>
              <a:rPr lang="en-US"/>
              <a:t>Supporting point</a:t>
            </a:r>
          </a:p>
        </p:txBody>
      </p:sp>
      <p:sp>
        <p:nvSpPr>
          <p:cNvPr id="2" name="Title 1">
            <a:extLst>
              <a:ext uri="{FF2B5EF4-FFF2-40B4-BE49-F238E27FC236}">
                <a16:creationId xmlns:a16="http://schemas.microsoft.com/office/drawing/2014/main" id="{B6D7CE54-A067-C608-8071-D9BFAF60EA84}"/>
              </a:ext>
            </a:extLst>
          </p:cNvPr>
          <p:cNvSpPr>
            <a:spLocks noGrp="1"/>
          </p:cNvSpPr>
          <p:nvPr>
            <p:ph type="title" hasCustomPrompt="1"/>
          </p:nvPr>
        </p:nvSpPr>
        <p:spPr>
          <a:xfrm>
            <a:off x="314692" y="365125"/>
            <a:ext cx="11492432" cy="886397"/>
          </a:xfrm>
        </p:spPr>
        <p:txBody>
          <a:bodyPr>
            <a:noAutofit/>
          </a:bodyPr>
          <a:lstStyle>
            <a:lvl1pPr>
              <a:defRPr>
                <a:solidFill>
                  <a:schemeClr val="tx1"/>
                </a:solidFill>
              </a:defRPr>
            </a:lvl1pPr>
          </a:lstStyle>
          <a:p>
            <a:r>
              <a:rPr lang="en-US"/>
              <a:t>One-sentence headline stating the main takeaway message for the slide; no longer than two lines </a:t>
            </a:r>
          </a:p>
        </p:txBody>
      </p:sp>
      <p:sp>
        <p:nvSpPr>
          <p:cNvPr id="3" name="Content Placeholder 2">
            <a:extLst>
              <a:ext uri="{FF2B5EF4-FFF2-40B4-BE49-F238E27FC236}">
                <a16:creationId xmlns:a16="http://schemas.microsoft.com/office/drawing/2014/main" id="{92B9DD14-4659-B8FE-84E6-93F5C544420C}"/>
              </a:ext>
            </a:extLst>
          </p:cNvPr>
          <p:cNvSpPr>
            <a:spLocks noGrp="1"/>
          </p:cNvSpPr>
          <p:nvPr>
            <p:ph sz="half" idx="1" hasCustomPrompt="1"/>
          </p:nvPr>
        </p:nvSpPr>
        <p:spPr>
          <a:xfrm>
            <a:off x="314692" y="2191870"/>
            <a:ext cx="2743968" cy="3617259"/>
          </a:xfrm>
        </p:spPr>
        <p:txBody>
          <a:bodyPr lIns="182880" tIns="91440" rIns="91440" bIns="91440">
            <a:noAutofit/>
          </a:bodyPr>
          <a:lstStyle>
            <a:lvl1pPr marL="0" indent="0">
              <a:spcBef>
                <a:spcPts val="1200"/>
              </a:spcBef>
              <a:spcAft>
                <a:spcPts val="60"/>
              </a:spcAft>
              <a:buNone/>
              <a:defRPr sz="1800">
                <a:solidFill>
                  <a:schemeClr val="tx1"/>
                </a:solidFill>
              </a:defRPr>
            </a:lvl1pPr>
            <a:lvl2pPr>
              <a:spcBef>
                <a:spcPts val="1200"/>
              </a:spcBef>
              <a:spcAft>
                <a:spcPts val="60"/>
              </a:spcAft>
              <a:defRPr sz="1600">
                <a:solidFill>
                  <a:schemeClr val="tx1"/>
                </a:solidFill>
              </a:defRPr>
            </a:lvl2pPr>
            <a:lvl3pPr>
              <a:spcBef>
                <a:spcPts val="1200"/>
              </a:spcBef>
              <a:spcAft>
                <a:spcPts val="60"/>
              </a:spcAft>
              <a:defRPr sz="1600">
                <a:solidFill>
                  <a:schemeClr val="tx1"/>
                </a:solidFill>
              </a:defRPr>
            </a:lvl3pPr>
            <a:lvl4pPr>
              <a:spcBef>
                <a:spcPts val="1200"/>
              </a:spcBef>
              <a:spcAft>
                <a:spcPts val="60"/>
              </a:spcAft>
              <a:defRPr sz="1600">
                <a:solidFill>
                  <a:schemeClr val="tx1"/>
                </a:solidFill>
              </a:defRPr>
            </a:lvl4pPr>
            <a:lvl5pPr>
              <a:spcBef>
                <a:spcPts val="1200"/>
              </a:spcBef>
              <a:spcAft>
                <a:spcPts val="60"/>
              </a:spcAft>
              <a:defRPr sz="1600"/>
            </a:lvl5pPr>
          </a:lstStyle>
          <a:p>
            <a:r>
              <a:rPr lang="en-US"/>
              <a:t>Supporting point 1</a:t>
            </a:r>
            <a:br>
              <a:rPr lang="en-US"/>
            </a:br>
            <a:r>
              <a:rPr lang="en-US"/>
              <a:t>Supporting point 2</a:t>
            </a:r>
            <a:br>
              <a:rPr lang="en-US"/>
            </a:br>
            <a:r>
              <a:rPr lang="en-US"/>
              <a:t>Supporting point 3</a:t>
            </a:r>
          </a:p>
        </p:txBody>
      </p:sp>
      <p:sp>
        <p:nvSpPr>
          <p:cNvPr id="3428" name="Content Placeholder 2">
            <a:extLst>
              <a:ext uri="{FF2B5EF4-FFF2-40B4-BE49-F238E27FC236}">
                <a16:creationId xmlns:a16="http://schemas.microsoft.com/office/drawing/2014/main" id="{91B561D3-B6AC-5C9F-026F-E37DD262A783}"/>
              </a:ext>
            </a:extLst>
          </p:cNvPr>
          <p:cNvSpPr>
            <a:spLocks noGrp="1"/>
          </p:cNvSpPr>
          <p:nvPr>
            <p:ph sz="half" idx="14" hasCustomPrompt="1"/>
          </p:nvPr>
        </p:nvSpPr>
        <p:spPr>
          <a:xfrm>
            <a:off x="3237701" y="2191870"/>
            <a:ext cx="2740760" cy="3617259"/>
          </a:xfrm>
        </p:spPr>
        <p:txBody>
          <a:bodyPr lIns="182880" tIns="91440" rIns="91440" bIns="91440">
            <a:noAutofit/>
          </a:bodyPr>
          <a:lstStyle>
            <a:lvl1pPr marL="0" indent="0">
              <a:spcBef>
                <a:spcPts val="1200"/>
              </a:spcBef>
              <a:spcAft>
                <a:spcPts val="60"/>
              </a:spcAft>
              <a:buNone/>
              <a:defRPr sz="1800">
                <a:solidFill>
                  <a:schemeClr val="tx1"/>
                </a:solidFill>
              </a:defRPr>
            </a:lvl1pPr>
            <a:lvl2pPr>
              <a:spcBef>
                <a:spcPts val="1200"/>
              </a:spcBef>
              <a:spcAft>
                <a:spcPts val="60"/>
              </a:spcAft>
              <a:defRPr sz="1600">
                <a:solidFill>
                  <a:schemeClr val="tx1"/>
                </a:solidFill>
              </a:defRPr>
            </a:lvl2pPr>
            <a:lvl3pPr>
              <a:spcBef>
                <a:spcPts val="1200"/>
              </a:spcBef>
              <a:spcAft>
                <a:spcPts val="60"/>
              </a:spcAft>
              <a:defRPr sz="1600">
                <a:solidFill>
                  <a:schemeClr val="tx1"/>
                </a:solidFill>
              </a:defRPr>
            </a:lvl3pPr>
            <a:lvl4pPr>
              <a:spcBef>
                <a:spcPts val="1200"/>
              </a:spcBef>
              <a:spcAft>
                <a:spcPts val="60"/>
              </a:spcAft>
              <a:defRPr sz="1600">
                <a:solidFill>
                  <a:schemeClr val="tx1"/>
                </a:solidFill>
              </a:defRPr>
            </a:lvl4pPr>
            <a:lvl5pPr>
              <a:spcBef>
                <a:spcPts val="1200"/>
              </a:spcBef>
              <a:spcAft>
                <a:spcPts val="60"/>
              </a:spcAft>
              <a:defRPr sz="1600"/>
            </a:lvl5pPr>
          </a:lstStyle>
          <a:p>
            <a:r>
              <a:rPr lang="en-US"/>
              <a:t>Supporting point 1</a:t>
            </a:r>
            <a:br>
              <a:rPr lang="en-US"/>
            </a:br>
            <a:r>
              <a:rPr lang="en-US"/>
              <a:t>Supporting point 2</a:t>
            </a:r>
            <a:br>
              <a:rPr lang="en-US"/>
            </a:br>
            <a:r>
              <a:rPr lang="en-US"/>
              <a:t>Supporting point 3</a:t>
            </a:r>
          </a:p>
        </p:txBody>
      </p:sp>
      <p:sp>
        <p:nvSpPr>
          <p:cNvPr id="3430" name="Content Placeholder 2">
            <a:extLst>
              <a:ext uri="{FF2B5EF4-FFF2-40B4-BE49-F238E27FC236}">
                <a16:creationId xmlns:a16="http://schemas.microsoft.com/office/drawing/2014/main" id="{0971FFF4-0C2D-A4E6-1474-3D6A4F0506DA}"/>
              </a:ext>
            </a:extLst>
          </p:cNvPr>
          <p:cNvSpPr>
            <a:spLocks noGrp="1"/>
          </p:cNvSpPr>
          <p:nvPr>
            <p:ph sz="half" idx="16" hasCustomPrompt="1"/>
          </p:nvPr>
        </p:nvSpPr>
        <p:spPr>
          <a:xfrm>
            <a:off x="6144032" y="2191870"/>
            <a:ext cx="2741489" cy="3617259"/>
          </a:xfrm>
        </p:spPr>
        <p:txBody>
          <a:bodyPr lIns="182880" tIns="91440" rIns="91440" bIns="91440">
            <a:noAutofit/>
          </a:bodyPr>
          <a:lstStyle>
            <a:lvl1pPr marL="0" indent="0">
              <a:spcBef>
                <a:spcPts val="1200"/>
              </a:spcBef>
              <a:spcAft>
                <a:spcPts val="60"/>
              </a:spcAft>
              <a:buNone/>
              <a:defRPr sz="1800">
                <a:solidFill>
                  <a:schemeClr val="tx1"/>
                </a:solidFill>
              </a:defRPr>
            </a:lvl1pPr>
            <a:lvl2pPr>
              <a:spcBef>
                <a:spcPts val="1200"/>
              </a:spcBef>
              <a:spcAft>
                <a:spcPts val="60"/>
              </a:spcAft>
              <a:defRPr sz="1600">
                <a:solidFill>
                  <a:schemeClr val="tx1"/>
                </a:solidFill>
              </a:defRPr>
            </a:lvl2pPr>
            <a:lvl3pPr>
              <a:spcBef>
                <a:spcPts val="1200"/>
              </a:spcBef>
              <a:spcAft>
                <a:spcPts val="60"/>
              </a:spcAft>
              <a:defRPr sz="1600">
                <a:solidFill>
                  <a:schemeClr val="tx1"/>
                </a:solidFill>
              </a:defRPr>
            </a:lvl3pPr>
            <a:lvl4pPr>
              <a:spcBef>
                <a:spcPts val="1200"/>
              </a:spcBef>
              <a:spcAft>
                <a:spcPts val="60"/>
              </a:spcAft>
              <a:defRPr sz="1600">
                <a:solidFill>
                  <a:schemeClr val="tx1"/>
                </a:solidFill>
              </a:defRPr>
            </a:lvl4pPr>
            <a:lvl5pPr>
              <a:spcBef>
                <a:spcPts val="1200"/>
              </a:spcBef>
              <a:spcAft>
                <a:spcPts val="60"/>
              </a:spcAft>
              <a:defRPr sz="1600"/>
            </a:lvl5pPr>
          </a:lstStyle>
          <a:p>
            <a:r>
              <a:rPr lang="en-US"/>
              <a:t>Supporting point 1</a:t>
            </a:r>
            <a:br>
              <a:rPr lang="en-US"/>
            </a:br>
            <a:r>
              <a:rPr lang="en-US"/>
              <a:t>Supporting point 2</a:t>
            </a:r>
            <a:br>
              <a:rPr lang="en-US"/>
            </a:br>
            <a:r>
              <a:rPr lang="en-US"/>
              <a:t>Supporting point 3</a:t>
            </a:r>
          </a:p>
        </p:txBody>
      </p:sp>
      <p:sp>
        <p:nvSpPr>
          <p:cNvPr id="3432" name="Content Placeholder 2">
            <a:extLst>
              <a:ext uri="{FF2B5EF4-FFF2-40B4-BE49-F238E27FC236}">
                <a16:creationId xmlns:a16="http://schemas.microsoft.com/office/drawing/2014/main" id="{13E0DCF4-21AE-4C71-696D-13E98DC66059}"/>
              </a:ext>
            </a:extLst>
          </p:cNvPr>
          <p:cNvSpPr>
            <a:spLocks noGrp="1"/>
          </p:cNvSpPr>
          <p:nvPr>
            <p:ph sz="half" idx="18" hasCustomPrompt="1"/>
          </p:nvPr>
        </p:nvSpPr>
        <p:spPr>
          <a:xfrm>
            <a:off x="9069571" y="2191870"/>
            <a:ext cx="2737553" cy="3617259"/>
          </a:xfrm>
        </p:spPr>
        <p:txBody>
          <a:bodyPr lIns="182880" tIns="91440" rIns="91440" bIns="91440">
            <a:noAutofit/>
          </a:bodyPr>
          <a:lstStyle>
            <a:lvl1pPr marL="0" indent="0">
              <a:spcBef>
                <a:spcPts val="1200"/>
              </a:spcBef>
              <a:spcAft>
                <a:spcPts val="60"/>
              </a:spcAft>
              <a:buNone/>
              <a:defRPr sz="1800">
                <a:solidFill>
                  <a:schemeClr val="tx1"/>
                </a:solidFill>
              </a:defRPr>
            </a:lvl1pPr>
            <a:lvl2pPr>
              <a:spcBef>
                <a:spcPts val="1200"/>
              </a:spcBef>
              <a:spcAft>
                <a:spcPts val="60"/>
              </a:spcAft>
              <a:defRPr sz="1600">
                <a:solidFill>
                  <a:schemeClr val="tx1"/>
                </a:solidFill>
              </a:defRPr>
            </a:lvl2pPr>
            <a:lvl3pPr>
              <a:spcBef>
                <a:spcPts val="1200"/>
              </a:spcBef>
              <a:spcAft>
                <a:spcPts val="60"/>
              </a:spcAft>
              <a:defRPr sz="1600">
                <a:solidFill>
                  <a:schemeClr val="tx1"/>
                </a:solidFill>
              </a:defRPr>
            </a:lvl3pPr>
            <a:lvl4pPr>
              <a:spcBef>
                <a:spcPts val="1200"/>
              </a:spcBef>
              <a:spcAft>
                <a:spcPts val="60"/>
              </a:spcAft>
              <a:defRPr sz="1600">
                <a:solidFill>
                  <a:schemeClr val="tx1"/>
                </a:solidFill>
              </a:defRPr>
            </a:lvl4pPr>
            <a:lvl5pPr>
              <a:spcBef>
                <a:spcPts val="1200"/>
              </a:spcBef>
              <a:spcAft>
                <a:spcPts val="60"/>
              </a:spcAft>
              <a:defRPr sz="1600"/>
            </a:lvl5pPr>
          </a:lstStyle>
          <a:p>
            <a:r>
              <a:rPr lang="en-US"/>
              <a:t>Supporting point 1</a:t>
            </a:r>
            <a:br>
              <a:rPr lang="en-US"/>
            </a:br>
            <a:r>
              <a:rPr lang="en-US"/>
              <a:t>Supporting point 2</a:t>
            </a:r>
            <a:br>
              <a:rPr lang="en-US"/>
            </a:br>
            <a:r>
              <a:rPr lang="en-US"/>
              <a:t>Supporting point 3</a:t>
            </a:r>
          </a:p>
        </p:txBody>
      </p:sp>
    </p:spTree>
    <p:extLst>
      <p:ext uri="{BB962C8B-B14F-4D97-AF65-F5344CB8AC3E}">
        <p14:creationId xmlns:p14="http://schemas.microsoft.com/office/powerpoint/2010/main" val="49818824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4-Supporting points">
    <p:spTree>
      <p:nvGrpSpPr>
        <p:cNvPr id="1" name=""/>
        <p:cNvGrpSpPr/>
        <p:nvPr/>
      </p:nvGrpSpPr>
      <p:grpSpPr>
        <a:xfrm>
          <a:off x="0" y="0"/>
          <a:ext cx="0" cy="0"/>
          <a:chOff x="0" y="0"/>
          <a:chExt cx="0" cy="0"/>
        </a:xfrm>
      </p:grpSpPr>
      <p:sp>
        <p:nvSpPr>
          <p:cNvPr id="12" name="Picture Placeholder 360">
            <a:extLst>
              <a:ext uri="{FF2B5EF4-FFF2-40B4-BE49-F238E27FC236}">
                <a16:creationId xmlns:a16="http://schemas.microsoft.com/office/drawing/2014/main" id="{406AFED2-ED49-1112-B21D-D2ECF913338D}"/>
              </a:ext>
            </a:extLst>
          </p:cNvPr>
          <p:cNvSpPr>
            <a:spLocks noGrp="1"/>
          </p:cNvSpPr>
          <p:nvPr>
            <p:ph type="pic" sz="quarter" idx="12"/>
          </p:nvPr>
        </p:nvSpPr>
        <p:spPr>
          <a:xfrm>
            <a:off x="3580965" y="1776677"/>
            <a:ext cx="2194560" cy="1855469"/>
          </a:xfrm>
          <a:solidFill>
            <a:schemeClr val="bg2"/>
          </a:solidFill>
        </p:spPr>
        <p:txBody>
          <a:bodyPr/>
          <a:lstStyle/>
          <a:p>
            <a:r>
              <a:rPr lang="en-US"/>
              <a:t>Click icon to add picture</a:t>
            </a:r>
          </a:p>
        </p:txBody>
      </p:sp>
      <p:sp>
        <p:nvSpPr>
          <p:cNvPr id="13" name="Picture Placeholder 360">
            <a:extLst>
              <a:ext uri="{FF2B5EF4-FFF2-40B4-BE49-F238E27FC236}">
                <a16:creationId xmlns:a16="http://schemas.microsoft.com/office/drawing/2014/main" id="{939E5704-91D7-1C33-1BB9-D89551BB48DB}"/>
              </a:ext>
            </a:extLst>
          </p:cNvPr>
          <p:cNvSpPr>
            <a:spLocks noGrp="1"/>
          </p:cNvSpPr>
          <p:nvPr>
            <p:ph type="pic" sz="quarter" idx="13"/>
          </p:nvPr>
        </p:nvSpPr>
        <p:spPr>
          <a:xfrm>
            <a:off x="3580965" y="3929080"/>
            <a:ext cx="2194560" cy="1855469"/>
          </a:xfrm>
          <a:solidFill>
            <a:schemeClr val="bg2"/>
          </a:solidFill>
        </p:spPr>
        <p:txBody>
          <a:bodyPr/>
          <a:lstStyle/>
          <a:p>
            <a:r>
              <a:rPr lang="en-US"/>
              <a:t>Click icon to add picture</a:t>
            </a:r>
          </a:p>
        </p:txBody>
      </p:sp>
      <p:sp>
        <p:nvSpPr>
          <p:cNvPr id="14" name="Picture Placeholder 360">
            <a:extLst>
              <a:ext uri="{FF2B5EF4-FFF2-40B4-BE49-F238E27FC236}">
                <a16:creationId xmlns:a16="http://schemas.microsoft.com/office/drawing/2014/main" id="{18357D60-C329-E014-7EC4-02AD7930A529}"/>
              </a:ext>
            </a:extLst>
          </p:cNvPr>
          <p:cNvSpPr>
            <a:spLocks noGrp="1"/>
          </p:cNvSpPr>
          <p:nvPr>
            <p:ph type="pic" sz="quarter" idx="14"/>
          </p:nvPr>
        </p:nvSpPr>
        <p:spPr>
          <a:xfrm>
            <a:off x="8521865" y="1776677"/>
            <a:ext cx="2194560" cy="1855469"/>
          </a:xfrm>
          <a:solidFill>
            <a:schemeClr val="bg2"/>
          </a:solidFill>
        </p:spPr>
        <p:txBody>
          <a:bodyPr/>
          <a:lstStyle/>
          <a:p>
            <a:r>
              <a:rPr lang="en-US"/>
              <a:t>Click icon to add picture</a:t>
            </a:r>
          </a:p>
        </p:txBody>
      </p:sp>
      <p:sp>
        <p:nvSpPr>
          <p:cNvPr id="15" name="Picture Placeholder 360">
            <a:extLst>
              <a:ext uri="{FF2B5EF4-FFF2-40B4-BE49-F238E27FC236}">
                <a16:creationId xmlns:a16="http://schemas.microsoft.com/office/drawing/2014/main" id="{1823B7A0-FA70-81A4-C409-2C310328D23B}"/>
              </a:ext>
            </a:extLst>
          </p:cNvPr>
          <p:cNvSpPr>
            <a:spLocks noGrp="1"/>
          </p:cNvSpPr>
          <p:nvPr>
            <p:ph type="pic" sz="quarter" idx="15"/>
          </p:nvPr>
        </p:nvSpPr>
        <p:spPr>
          <a:xfrm>
            <a:off x="8521865" y="3929080"/>
            <a:ext cx="2194560" cy="1855469"/>
          </a:xfrm>
          <a:solidFill>
            <a:schemeClr val="bg2"/>
          </a:solidFill>
        </p:spPr>
        <p:txBody>
          <a:bodyPr/>
          <a:lstStyle/>
          <a:p>
            <a:r>
              <a:rPr lang="en-US"/>
              <a:t>Click icon to add picture</a:t>
            </a:r>
          </a:p>
        </p:txBody>
      </p:sp>
      <p:sp>
        <p:nvSpPr>
          <p:cNvPr id="19" name="Rectangle 18">
            <a:extLst>
              <a:ext uri="{FF2B5EF4-FFF2-40B4-BE49-F238E27FC236}">
                <a16:creationId xmlns:a16="http://schemas.microsoft.com/office/drawing/2014/main" id="{AF48F5D4-4948-A730-AC23-EF31274A0DE1}"/>
              </a:ext>
            </a:extLst>
          </p:cNvPr>
          <p:cNvSpPr/>
          <p:nvPr/>
        </p:nvSpPr>
        <p:spPr>
          <a:xfrm>
            <a:off x="1384410" y="1758337"/>
            <a:ext cx="2199902" cy="1873809"/>
          </a:xfrm>
          <a:prstGeom prst="rect">
            <a:avLst/>
          </a:prstGeom>
          <a:solidFill>
            <a:schemeClr val="tx2"/>
          </a:solidFill>
          <a:ln w="4048" cap="flat">
            <a:noFill/>
            <a:prstDash val="solid"/>
            <a:miter/>
          </a:ln>
        </p:spPr>
        <p:txBody>
          <a:bodyPr lIns="164592" rtlCol="0" anchor="ctr"/>
          <a:lstStyle/>
          <a:p>
            <a:pPr marL="0" indent="0">
              <a:lnSpc>
                <a:spcPct val="90000"/>
              </a:lnSpc>
              <a:spcBef>
                <a:spcPts val="1200"/>
              </a:spcBef>
              <a:spcAft>
                <a:spcPts val="60"/>
              </a:spcAft>
              <a:buNone/>
            </a:pPr>
            <a:endParaRPr lang="en-US">
              <a:solidFill>
                <a:schemeClr val="bg1"/>
              </a:solidFill>
            </a:endParaRPr>
          </a:p>
        </p:txBody>
      </p:sp>
      <p:sp>
        <p:nvSpPr>
          <p:cNvPr id="24" name="Text Placeholder 22">
            <a:extLst>
              <a:ext uri="{FF2B5EF4-FFF2-40B4-BE49-F238E27FC236}">
                <a16:creationId xmlns:a16="http://schemas.microsoft.com/office/drawing/2014/main" id="{84D16B10-4114-3D13-50FC-848A8724398C}"/>
              </a:ext>
            </a:extLst>
          </p:cNvPr>
          <p:cNvSpPr>
            <a:spLocks noGrp="1"/>
          </p:cNvSpPr>
          <p:nvPr>
            <p:ph type="body" sz="quarter" idx="17" hasCustomPrompt="1"/>
          </p:nvPr>
        </p:nvSpPr>
        <p:spPr>
          <a:xfrm>
            <a:off x="1384410" y="3911299"/>
            <a:ext cx="2192338" cy="1873250"/>
          </a:xfrm>
          <a:solidFill>
            <a:schemeClr val="accent5"/>
          </a:solidFill>
        </p:spPr>
        <p:txBody>
          <a:bodyPr lIns="182880" tIns="182880"/>
          <a:lstStyle>
            <a:lvl1pPr marL="0" indent="0">
              <a:buNone/>
              <a:defRPr>
                <a:solidFill>
                  <a:schemeClr val="bg1"/>
                </a:solidFill>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a:t>Supporting point 2</a:t>
            </a:r>
          </a:p>
        </p:txBody>
      </p:sp>
      <p:sp>
        <p:nvSpPr>
          <p:cNvPr id="27" name="Text Placeholder 22">
            <a:extLst>
              <a:ext uri="{FF2B5EF4-FFF2-40B4-BE49-F238E27FC236}">
                <a16:creationId xmlns:a16="http://schemas.microsoft.com/office/drawing/2014/main" id="{069C9FFD-3BEB-F410-9877-CC941D3224B1}"/>
              </a:ext>
            </a:extLst>
          </p:cNvPr>
          <p:cNvSpPr>
            <a:spLocks noGrp="1"/>
          </p:cNvSpPr>
          <p:nvPr>
            <p:ph type="body" sz="quarter" idx="18" hasCustomPrompt="1"/>
          </p:nvPr>
        </p:nvSpPr>
        <p:spPr>
          <a:xfrm>
            <a:off x="6329527" y="1758896"/>
            <a:ext cx="2192338" cy="1873250"/>
          </a:xfrm>
          <a:solidFill>
            <a:schemeClr val="tx1"/>
          </a:solidFill>
        </p:spPr>
        <p:txBody>
          <a:bodyPr lIns="182880" tIns="182880"/>
          <a:lstStyle>
            <a:lvl1pPr marL="0" indent="0">
              <a:buNone/>
              <a:defRPr>
                <a:solidFill>
                  <a:schemeClr val="bg1"/>
                </a:solidFill>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a:t>Supporting point 3</a:t>
            </a:r>
          </a:p>
        </p:txBody>
      </p:sp>
      <p:sp>
        <p:nvSpPr>
          <p:cNvPr id="28" name="Text Placeholder 22">
            <a:extLst>
              <a:ext uri="{FF2B5EF4-FFF2-40B4-BE49-F238E27FC236}">
                <a16:creationId xmlns:a16="http://schemas.microsoft.com/office/drawing/2014/main" id="{C39CDA33-6D16-DEAF-0280-749663549D57}"/>
              </a:ext>
            </a:extLst>
          </p:cNvPr>
          <p:cNvSpPr>
            <a:spLocks noGrp="1"/>
          </p:cNvSpPr>
          <p:nvPr>
            <p:ph type="body" sz="quarter" idx="19" hasCustomPrompt="1"/>
          </p:nvPr>
        </p:nvSpPr>
        <p:spPr>
          <a:xfrm>
            <a:off x="6329527" y="3911299"/>
            <a:ext cx="2192338" cy="1873250"/>
          </a:xfrm>
          <a:solidFill>
            <a:schemeClr val="accent4"/>
          </a:solidFill>
        </p:spPr>
        <p:txBody>
          <a:bodyPr lIns="182880" tIns="182880"/>
          <a:lstStyle>
            <a:lvl1pPr marL="0" indent="0">
              <a:buNone/>
              <a:defRPr>
                <a:solidFill>
                  <a:schemeClr val="bg1"/>
                </a:solidFill>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a:t>Supporting point 4</a:t>
            </a:r>
          </a:p>
        </p:txBody>
      </p:sp>
      <p:sp>
        <p:nvSpPr>
          <p:cNvPr id="2" name="Title 1">
            <a:extLst>
              <a:ext uri="{FF2B5EF4-FFF2-40B4-BE49-F238E27FC236}">
                <a16:creationId xmlns:a16="http://schemas.microsoft.com/office/drawing/2014/main" id="{174EEC8D-F30D-2272-2A4E-CD93B0D75CC0}"/>
              </a:ext>
            </a:extLst>
          </p:cNvPr>
          <p:cNvSpPr>
            <a:spLocks noGrp="1"/>
          </p:cNvSpPr>
          <p:nvPr>
            <p:ph type="title" hasCustomPrompt="1"/>
          </p:nvPr>
        </p:nvSpPr>
        <p:spPr>
          <a:xfrm>
            <a:off x="314692" y="365125"/>
            <a:ext cx="11492432" cy="886397"/>
          </a:xfrm>
        </p:spPr>
        <p:txBody>
          <a:bodyPr/>
          <a:lstStyle/>
          <a:p>
            <a:r>
              <a:rPr lang="en-US"/>
              <a:t>One-sentence headline stating the main takeaway message for the slide; no longer than two lines  </a:t>
            </a:r>
          </a:p>
        </p:txBody>
      </p:sp>
      <p:sp>
        <p:nvSpPr>
          <p:cNvPr id="23" name="Text Placeholder 22">
            <a:extLst>
              <a:ext uri="{FF2B5EF4-FFF2-40B4-BE49-F238E27FC236}">
                <a16:creationId xmlns:a16="http://schemas.microsoft.com/office/drawing/2014/main" id="{6D367424-2836-F9CD-5A49-338976693C37}"/>
              </a:ext>
            </a:extLst>
          </p:cNvPr>
          <p:cNvSpPr>
            <a:spLocks noGrp="1"/>
          </p:cNvSpPr>
          <p:nvPr>
            <p:ph type="body" sz="quarter" idx="16" hasCustomPrompt="1"/>
          </p:nvPr>
        </p:nvSpPr>
        <p:spPr>
          <a:xfrm>
            <a:off x="1384410" y="1758896"/>
            <a:ext cx="2192338" cy="1873250"/>
          </a:xfrm>
        </p:spPr>
        <p:txBody>
          <a:bodyPr lIns="182880" tIns="182880"/>
          <a:lstStyle>
            <a:lvl1pPr marL="0" indent="0">
              <a:buNone/>
              <a:defRPr>
                <a:solidFill>
                  <a:schemeClr val="bg1"/>
                </a:solidFill>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a:t>Supporting point 1</a:t>
            </a:r>
          </a:p>
        </p:txBody>
      </p:sp>
    </p:spTree>
    <p:extLst>
      <p:ext uri="{BB962C8B-B14F-4D97-AF65-F5344CB8AC3E}">
        <p14:creationId xmlns:p14="http://schemas.microsoft.com/office/powerpoint/2010/main" val="95061298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Summary - Standard">
    <p:spTree>
      <p:nvGrpSpPr>
        <p:cNvPr id="1" name=""/>
        <p:cNvGrpSpPr/>
        <p:nvPr/>
      </p:nvGrpSpPr>
      <p:grpSpPr>
        <a:xfrm>
          <a:off x="0" y="0"/>
          <a:ext cx="0" cy="0"/>
          <a:chOff x="0" y="0"/>
          <a:chExt cx="0" cy="0"/>
        </a:xfrm>
      </p:grpSpPr>
      <p:pic>
        <p:nvPicPr>
          <p:cNvPr id="6" name="Picture 5" descr="A high angle view of a city&#10;&#10;Description automatically generated">
            <a:extLst>
              <a:ext uri="{FF2B5EF4-FFF2-40B4-BE49-F238E27FC236}">
                <a16:creationId xmlns:a16="http://schemas.microsoft.com/office/drawing/2014/main" id="{23DA0192-253A-9416-8E30-B9B66EED54F7}"/>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627FB722-2E40-971C-7B7A-5663B28FCDB7}"/>
              </a:ext>
            </a:extLst>
          </p:cNvPr>
          <p:cNvSpPr>
            <a:spLocks noGrp="1"/>
          </p:cNvSpPr>
          <p:nvPr>
            <p:ph type="ctrTitle" hasCustomPrompt="1"/>
          </p:nvPr>
        </p:nvSpPr>
        <p:spPr>
          <a:xfrm>
            <a:off x="-9145" y="2258209"/>
            <a:ext cx="12210290" cy="664797"/>
          </a:xfrm>
        </p:spPr>
        <p:txBody>
          <a:bodyPr anchor="t" anchorCtr="0">
            <a:noAutofit/>
          </a:bodyPr>
          <a:lstStyle>
            <a:lvl1pPr algn="ctr">
              <a:spcBef>
                <a:spcPts val="1200"/>
              </a:spcBef>
              <a:spcAft>
                <a:spcPts val="60"/>
              </a:spcAft>
              <a:defRPr sz="4800" b="1">
                <a:solidFill>
                  <a:schemeClr val="tx1"/>
                </a:solidFill>
              </a:defRPr>
            </a:lvl1pPr>
          </a:lstStyle>
          <a:p>
            <a:r>
              <a:rPr lang="en-US"/>
              <a:t>One-sentence statement</a:t>
            </a:r>
          </a:p>
        </p:txBody>
      </p:sp>
      <p:sp>
        <p:nvSpPr>
          <p:cNvPr id="3" name="Subtitle 2">
            <a:extLst>
              <a:ext uri="{FF2B5EF4-FFF2-40B4-BE49-F238E27FC236}">
                <a16:creationId xmlns:a16="http://schemas.microsoft.com/office/drawing/2014/main" id="{34CCE055-46B1-6279-21B5-27B8352AB9EC}"/>
              </a:ext>
            </a:extLst>
          </p:cNvPr>
          <p:cNvSpPr>
            <a:spLocks noGrp="1"/>
          </p:cNvSpPr>
          <p:nvPr>
            <p:ph type="subTitle" idx="1" hasCustomPrompt="1"/>
          </p:nvPr>
        </p:nvSpPr>
        <p:spPr>
          <a:xfrm>
            <a:off x="0" y="2922742"/>
            <a:ext cx="12192000" cy="397032"/>
          </a:xfrm>
        </p:spPr>
        <p:txBody>
          <a:bodyPr tIns="91440" anchor="t" anchorCtr="0">
            <a:noAutofit/>
          </a:bodyPr>
          <a:lstStyle>
            <a:lvl1pPr marL="0" indent="0" algn="ctr">
              <a:spcBef>
                <a:spcPts val="1200"/>
              </a:spcBef>
              <a:spcAft>
                <a:spcPts val="60"/>
              </a:spcAft>
              <a:buNone/>
              <a:defRPr sz="2200" b="1" spc="3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ONE SENTENCE SUBTITLE STATEMENT</a:t>
            </a:r>
          </a:p>
        </p:txBody>
      </p:sp>
      <p:sp>
        <p:nvSpPr>
          <p:cNvPr id="8" name="Rectangle 7">
            <a:extLst>
              <a:ext uri="{FF2B5EF4-FFF2-40B4-BE49-F238E27FC236}">
                <a16:creationId xmlns:a16="http://schemas.microsoft.com/office/drawing/2014/main" id="{C565AA18-2C89-EB56-1919-13EF35EFFBC8}"/>
              </a:ext>
            </a:extLst>
          </p:cNvPr>
          <p:cNvSpPr/>
          <p:nvPr userDrawn="1"/>
        </p:nvSpPr>
        <p:spPr>
          <a:xfrm>
            <a:off x="5668818" y="3468601"/>
            <a:ext cx="854364" cy="7191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3295673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Summary - Social">
    <p:spTree>
      <p:nvGrpSpPr>
        <p:cNvPr id="1" name=""/>
        <p:cNvGrpSpPr/>
        <p:nvPr/>
      </p:nvGrpSpPr>
      <p:grpSpPr>
        <a:xfrm>
          <a:off x="0" y="0"/>
          <a:ext cx="0" cy="0"/>
          <a:chOff x="0" y="0"/>
          <a:chExt cx="0" cy="0"/>
        </a:xfrm>
      </p:grpSpPr>
      <p:pic>
        <p:nvPicPr>
          <p:cNvPr id="6" name="Picture 5" descr="A high angle view of a city&#10;&#10;Description automatically generated">
            <a:extLst>
              <a:ext uri="{FF2B5EF4-FFF2-40B4-BE49-F238E27FC236}">
                <a16:creationId xmlns:a16="http://schemas.microsoft.com/office/drawing/2014/main" id="{23DA0192-253A-9416-8E30-B9B66EED54F7}"/>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39" name="Rectangle 38">
            <a:extLst>
              <a:ext uri="{FF2B5EF4-FFF2-40B4-BE49-F238E27FC236}">
                <a16:creationId xmlns:a16="http://schemas.microsoft.com/office/drawing/2014/main" id="{1B10DD8E-E016-58F8-208C-69AD92BED39D}"/>
              </a:ext>
            </a:extLst>
          </p:cNvPr>
          <p:cNvSpPr/>
          <p:nvPr userDrawn="1"/>
        </p:nvSpPr>
        <p:spPr>
          <a:xfrm>
            <a:off x="0" y="0"/>
            <a:ext cx="12192000" cy="2575976"/>
          </a:xfrm>
          <a:prstGeom prst="rect">
            <a:avLst/>
          </a:prstGeom>
          <a:gradFill>
            <a:gsLst>
              <a:gs pos="57000">
                <a:srgbClr val="FFFFFF">
                  <a:alpha val="62000"/>
                </a:srgbClr>
              </a:gs>
              <a:gs pos="15000">
                <a:schemeClr val="bg1">
                  <a:alpha val="91598"/>
                </a:schemeClr>
              </a:gs>
              <a:gs pos="100000">
                <a:schemeClr val="bg1">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7">
            <a:extLst>
              <a:ext uri="{FF2B5EF4-FFF2-40B4-BE49-F238E27FC236}">
                <a16:creationId xmlns:a16="http://schemas.microsoft.com/office/drawing/2014/main" id="{658225E5-2430-3783-F06E-A0A40A65699C}"/>
              </a:ext>
            </a:extLst>
          </p:cNvPr>
          <p:cNvSpPr>
            <a:spLocks noGrp="1"/>
          </p:cNvSpPr>
          <p:nvPr>
            <p:ph type="title"/>
          </p:nvPr>
        </p:nvSpPr>
        <p:spPr>
          <a:xfrm>
            <a:off x="314692" y="365125"/>
            <a:ext cx="11492432" cy="886397"/>
          </a:xfrm>
        </p:spPr>
        <p:txBody>
          <a:bodyPr/>
          <a:lstStyle/>
          <a:p>
            <a:r>
              <a:rPr lang="en-US"/>
              <a:t>Click to edit Master title style</a:t>
            </a:r>
          </a:p>
        </p:txBody>
      </p:sp>
      <p:grpSp>
        <p:nvGrpSpPr>
          <p:cNvPr id="147" name="Group 146">
            <a:extLst>
              <a:ext uri="{FF2B5EF4-FFF2-40B4-BE49-F238E27FC236}">
                <a16:creationId xmlns:a16="http://schemas.microsoft.com/office/drawing/2014/main" id="{0E904804-90C2-92CD-EBBE-DEE84A1EF57E}"/>
              </a:ext>
            </a:extLst>
          </p:cNvPr>
          <p:cNvGrpSpPr/>
          <p:nvPr userDrawn="1"/>
        </p:nvGrpSpPr>
        <p:grpSpPr>
          <a:xfrm>
            <a:off x="2230425" y="1950223"/>
            <a:ext cx="7731150" cy="1180116"/>
            <a:chOff x="2419238" y="1689595"/>
            <a:chExt cx="7333183" cy="1119369"/>
          </a:xfrm>
        </p:grpSpPr>
        <p:sp>
          <p:nvSpPr>
            <p:cNvPr id="120" name="Freeform 119">
              <a:extLst>
                <a:ext uri="{FF2B5EF4-FFF2-40B4-BE49-F238E27FC236}">
                  <a16:creationId xmlns:a16="http://schemas.microsoft.com/office/drawing/2014/main" id="{B35B19EB-28CC-5046-67D8-0AC0F092D8F9}"/>
                </a:ext>
              </a:extLst>
            </p:cNvPr>
            <p:cNvSpPr/>
            <p:nvPr userDrawn="1"/>
          </p:nvSpPr>
          <p:spPr>
            <a:xfrm>
              <a:off x="6151118" y="1690962"/>
              <a:ext cx="1113318" cy="1113317"/>
            </a:xfrm>
            <a:custGeom>
              <a:avLst/>
              <a:gdLst>
                <a:gd name="connsiteX0" fmla="*/ 0 w 543306"/>
                <a:gd name="connsiteY0" fmla="*/ 0 h 543305"/>
                <a:gd name="connsiteX1" fmla="*/ 543306 w 543306"/>
                <a:gd name="connsiteY1" fmla="*/ 0 h 543305"/>
                <a:gd name="connsiteX2" fmla="*/ 543306 w 543306"/>
                <a:gd name="connsiteY2" fmla="*/ 543306 h 543305"/>
                <a:gd name="connsiteX3" fmla="*/ 0 w 543306"/>
                <a:gd name="connsiteY3" fmla="*/ 543306 h 543305"/>
              </a:gdLst>
              <a:ahLst/>
              <a:cxnLst>
                <a:cxn ang="0">
                  <a:pos x="connsiteX0" y="connsiteY0"/>
                </a:cxn>
                <a:cxn ang="0">
                  <a:pos x="connsiteX1" y="connsiteY1"/>
                </a:cxn>
                <a:cxn ang="0">
                  <a:pos x="connsiteX2" y="connsiteY2"/>
                </a:cxn>
                <a:cxn ang="0">
                  <a:pos x="connsiteX3" y="connsiteY3"/>
                </a:cxn>
              </a:cxnLst>
              <a:rect l="l" t="t" r="r" b="b"/>
              <a:pathLst>
                <a:path w="543306" h="543305">
                  <a:moveTo>
                    <a:pt x="0" y="0"/>
                  </a:moveTo>
                  <a:lnTo>
                    <a:pt x="543306" y="0"/>
                  </a:lnTo>
                  <a:lnTo>
                    <a:pt x="543306" y="543306"/>
                  </a:lnTo>
                  <a:lnTo>
                    <a:pt x="0" y="543306"/>
                  </a:lnTo>
                  <a:close/>
                </a:path>
              </a:pathLst>
            </a:custGeom>
            <a:solidFill>
              <a:srgbClr val="007934"/>
            </a:solidFill>
            <a:ln w="9525" cap="flat">
              <a:noFill/>
              <a:prstDash val="solid"/>
              <a:miter/>
            </a:ln>
          </p:spPr>
          <p:txBody>
            <a:bodyPr rtlCol="0" anchor="ctr"/>
            <a:lstStyle/>
            <a:p>
              <a:endParaRPr lang="en-US"/>
            </a:p>
          </p:txBody>
        </p:sp>
        <p:sp>
          <p:nvSpPr>
            <p:cNvPr id="121" name="Freeform 120">
              <a:extLst>
                <a:ext uri="{FF2B5EF4-FFF2-40B4-BE49-F238E27FC236}">
                  <a16:creationId xmlns:a16="http://schemas.microsoft.com/office/drawing/2014/main" id="{9F8B7F74-14E3-0359-48F7-8887F481B3F3}"/>
                </a:ext>
              </a:extLst>
            </p:cNvPr>
            <p:cNvSpPr/>
            <p:nvPr userDrawn="1"/>
          </p:nvSpPr>
          <p:spPr>
            <a:xfrm>
              <a:off x="6531907" y="1870334"/>
              <a:ext cx="352119" cy="754014"/>
            </a:xfrm>
            <a:custGeom>
              <a:avLst/>
              <a:gdLst>
                <a:gd name="connsiteX0" fmla="*/ 136975 w 171836"/>
                <a:gd name="connsiteY0" fmla="*/ 62674 h 367963"/>
                <a:gd name="connsiteX1" fmla="*/ 167646 w 171836"/>
                <a:gd name="connsiteY1" fmla="*/ 62674 h 367963"/>
                <a:gd name="connsiteX2" fmla="*/ 171837 w 171836"/>
                <a:gd name="connsiteY2" fmla="*/ 58483 h 367963"/>
                <a:gd name="connsiteX3" fmla="*/ 171837 w 171836"/>
                <a:gd name="connsiteY3" fmla="*/ 3905 h 367963"/>
                <a:gd name="connsiteX4" fmla="*/ 168027 w 171836"/>
                <a:gd name="connsiteY4" fmla="*/ 0 h 367963"/>
                <a:gd name="connsiteX5" fmla="*/ 104305 w 171836"/>
                <a:gd name="connsiteY5" fmla="*/ 667 h 367963"/>
                <a:gd name="connsiteX6" fmla="*/ 53156 w 171836"/>
                <a:gd name="connsiteY6" fmla="*/ 26670 h 367963"/>
                <a:gd name="connsiteX7" fmla="*/ 38392 w 171836"/>
                <a:gd name="connsiteY7" fmla="*/ 72580 h 367963"/>
                <a:gd name="connsiteX8" fmla="*/ 38392 w 171836"/>
                <a:gd name="connsiteY8" fmla="*/ 113633 h 367963"/>
                <a:gd name="connsiteX9" fmla="*/ 32105 w 171836"/>
                <a:gd name="connsiteY9" fmla="*/ 120205 h 367963"/>
                <a:gd name="connsiteX10" fmla="*/ 4483 w 171836"/>
                <a:gd name="connsiteY10" fmla="*/ 120015 h 367963"/>
                <a:gd name="connsiteX11" fmla="*/ 6 w 171836"/>
                <a:gd name="connsiteY11" fmla="*/ 124492 h 367963"/>
                <a:gd name="connsiteX12" fmla="*/ 6 w 171836"/>
                <a:gd name="connsiteY12" fmla="*/ 178403 h 367963"/>
                <a:gd name="connsiteX13" fmla="*/ 4959 w 171836"/>
                <a:gd name="connsiteY13" fmla="*/ 183166 h 367963"/>
                <a:gd name="connsiteX14" fmla="*/ 31915 w 171836"/>
                <a:gd name="connsiteY14" fmla="*/ 182975 h 367963"/>
                <a:gd name="connsiteX15" fmla="*/ 38106 w 171836"/>
                <a:gd name="connsiteY15" fmla="*/ 189167 h 367963"/>
                <a:gd name="connsiteX16" fmla="*/ 38011 w 171836"/>
                <a:gd name="connsiteY16" fmla="*/ 275558 h 367963"/>
                <a:gd name="connsiteX17" fmla="*/ 37915 w 171836"/>
                <a:gd name="connsiteY17" fmla="*/ 360807 h 367963"/>
                <a:gd name="connsiteX18" fmla="*/ 44773 w 171836"/>
                <a:gd name="connsiteY18" fmla="*/ 367951 h 367963"/>
                <a:gd name="connsiteX19" fmla="*/ 107924 w 171836"/>
                <a:gd name="connsiteY19" fmla="*/ 367951 h 367963"/>
                <a:gd name="connsiteX20" fmla="*/ 115354 w 171836"/>
                <a:gd name="connsiteY20" fmla="*/ 360617 h 367963"/>
                <a:gd name="connsiteX21" fmla="*/ 115258 w 171836"/>
                <a:gd name="connsiteY21" fmla="*/ 191452 h 367963"/>
                <a:gd name="connsiteX22" fmla="*/ 123164 w 171836"/>
                <a:gd name="connsiteY22" fmla="*/ 183737 h 367963"/>
                <a:gd name="connsiteX23" fmla="*/ 159931 w 171836"/>
                <a:gd name="connsiteY23" fmla="*/ 183737 h 367963"/>
                <a:gd name="connsiteX24" fmla="*/ 165836 w 171836"/>
                <a:gd name="connsiteY24" fmla="*/ 178975 h 367963"/>
                <a:gd name="connsiteX25" fmla="*/ 170980 w 171836"/>
                <a:gd name="connsiteY25" fmla="*/ 124682 h 367963"/>
                <a:gd name="connsiteX26" fmla="*/ 165455 w 171836"/>
                <a:gd name="connsiteY26" fmla="*/ 118872 h 367963"/>
                <a:gd name="connsiteX27" fmla="*/ 118878 w 171836"/>
                <a:gd name="connsiteY27" fmla="*/ 118967 h 367963"/>
                <a:gd name="connsiteX28" fmla="*/ 114115 w 171836"/>
                <a:gd name="connsiteY28" fmla="*/ 115348 h 367963"/>
                <a:gd name="connsiteX29" fmla="*/ 114592 w 171836"/>
                <a:gd name="connsiteY29" fmla="*/ 82867 h 367963"/>
                <a:gd name="connsiteX30" fmla="*/ 137166 w 171836"/>
                <a:gd name="connsiteY30" fmla="*/ 62389 h 3679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71836" h="367963">
                  <a:moveTo>
                    <a:pt x="136975" y="62674"/>
                  </a:moveTo>
                  <a:cubicBezTo>
                    <a:pt x="147167" y="62674"/>
                    <a:pt x="157454" y="62579"/>
                    <a:pt x="167646" y="62674"/>
                  </a:cubicBezTo>
                  <a:cubicBezTo>
                    <a:pt x="170789" y="62674"/>
                    <a:pt x="171837" y="61722"/>
                    <a:pt x="171837" y="58483"/>
                  </a:cubicBezTo>
                  <a:cubicBezTo>
                    <a:pt x="171742" y="40291"/>
                    <a:pt x="171742" y="22098"/>
                    <a:pt x="171837" y="3905"/>
                  </a:cubicBezTo>
                  <a:cubicBezTo>
                    <a:pt x="171837" y="1048"/>
                    <a:pt x="170980" y="0"/>
                    <a:pt x="168027" y="0"/>
                  </a:cubicBezTo>
                  <a:cubicBezTo>
                    <a:pt x="146786" y="190"/>
                    <a:pt x="125546" y="-286"/>
                    <a:pt x="104305" y="667"/>
                  </a:cubicBezTo>
                  <a:cubicBezTo>
                    <a:pt x="83635" y="1619"/>
                    <a:pt x="65729" y="9430"/>
                    <a:pt x="53156" y="26670"/>
                  </a:cubicBezTo>
                  <a:cubicBezTo>
                    <a:pt x="43154" y="40291"/>
                    <a:pt x="38677" y="55817"/>
                    <a:pt x="38392" y="72580"/>
                  </a:cubicBezTo>
                  <a:cubicBezTo>
                    <a:pt x="38106" y="86296"/>
                    <a:pt x="38106" y="100013"/>
                    <a:pt x="38392" y="113633"/>
                  </a:cubicBezTo>
                  <a:cubicBezTo>
                    <a:pt x="38487" y="118586"/>
                    <a:pt x="37439" y="120491"/>
                    <a:pt x="32105" y="120205"/>
                  </a:cubicBezTo>
                  <a:cubicBezTo>
                    <a:pt x="22961" y="119729"/>
                    <a:pt x="13722" y="120205"/>
                    <a:pt x="4483" y="120015"/>
                  </a:cubicBezTo>
                  <a:cubicBezTo>
                    <a:pt x="958" y="120015"/>
                    <a:pt x="-89" y="121063"/>
                    <a:pt x="6" y="124492"/>
                  </a:cubicBezTo>
                  <a:cubicBezTo>
                    <a:pt x="197" y="142494"/>
                    <a:pt x="197" y="160496"/>
                    <a:pt x="6" y="178403"/>
                  </a:cubicBezTo>
                  <a:cubicBezTo>
                    <a:pt x="6" y="182213"/>
                    <a:pt x="1339" y="183261"/>
                    <a:pt x="4959" y="183166"/>
                  </a:cubicBezTo>
                  <a:cubicBezTo>
                    <a:pt x="13913" y="182975"/>
                    <a:pt x="22961" y="183356"/>
                    <a:pt x="31915" y="182975"/>
                  </a:cubicBezTo>
                  <a:cubicBezTo>
                    <a:pt x="36772" y="182785"/>
                    <a:pt x="38106" y="184309"/>
                    <a:pt x="38106" y="189167"/>
                  </a:cubicBezTo>
                  <a:cubicBezTo>
                    <a:pt x="37915" y="217932"/>
                    <a:pt x="38011" y="246793"/>
                    <a:pt x="38011" y="275558"/>
                  </a:cubicBezTo>
                  <a:cubicBezTo>
                    <a:pt x="38011" y="304324"/>
                    <a:pt x="38106" y="332327"/>
                    <a:pt x="37915" y="360807"/>
                  </a:cubicBezTo>
                  <a:cubicBezTo>
                    <a:pt x="37915" y="366141"/>
                    <a:pt x="38868" y="368141"/>
                    <a:pt x="44773" y="367951"/>
                  </a:cubicBezTo>
                  <a:cubicBezTo>
                    <a:pt x="65824" y="367570"/>
                    <a:pt x="86874" y="367570"/>
                    <a:pt x="107924" y="367951"/>
                  </a:cubicBezTo>
                  <a:cubicBezTo>
                    <a:pt x="113830" y="368046"/>
                    <a:pt x="115354" y="366617"/>
                    <a:pt x="115354" y="360617"/>
                  </a:cubicBezTo>
                  <a:cubicBezTo>
                    <a:pt x="115068" y="304229"/>
                    <a:pt x="115163" y="247841"/>
                    <a:pt x="115258" y="191452"/>
                  </a:cubicBezTo>
                  <a:cubicBezTo>
                    <a:pt x="115258" y="182499"/>
                    <a:pt x="114401" y="183833"/>
                    <a:pt x="123164" y="183737"/>
                  </a:cubicBezTo>
                  <a:cubicBezTo>
                    <a:pt x="135451" y="183737"/>
                    <a:pt x="147643" y="183642"/>
                    <a:pt x="159931" y="183737"/>
                  </a:cubicBezTo>
                  <a:cubicBezTo>
                    <a:pt x="163646" y="183737"/>
                    <a:pt x="165455" y="182975"/>
                    <a:pt x="165836" y="178975"/>
                  </a:cubicBezTo>
                  <a:cubicBezTo>
                    <a:pt x="167360" y="160877"/>
                    <a:pt x="169075" y="142780"/>
                    <a:pt x="170980" y="124682"/>
                  </a:cubicBezTo>
                  <a:cubicBezTo>
                    <a:pt x="171456" y="119920"/>
                    <a:pt x="170027" y="118872"/>
                    <a:pt x="165455" y="118872"/>
                  </a:cubicBezTo>
                  <a:cubicBezTo>
                    <a:pt x="149930" y="119158"/>
                    <a:pt x="134404" y="118872"/>
                    <a:pt x="118878" y="118967"/>
                  </a:cubicBezTo>
                  <a:cubicBezTo>
                    <a:pt x="116306" y="118967"/>
                    <a:pt x="114020" y="119253"/>
                    <a:pt x="114115" y="115348"/>
                  </a:cubicBezTo>
                  <a:cubicBezTo>
                    <a:pt x="114401" y="104489"/>
                    <a:pt x="113830" y="93631"/>
                    <a:pt x="114592" y="82867"/>
                  </a:cubicBezTo>
                  <a:cubicBezTo>
                    <a:pt x="115449" y="69437"/>
                    <a:pt x="123545" y="62389"/>
                    <a:pt x="137166" y="62389"/>
                  </a:cubicBezTo>
                  <a:close/>
                </a:path>
              </a:pathLst>
            </a:custGeom>
            <a:solidFill>
              <a:srgbClr val="FFFFFF"/>
            </a:solidFill>
            <a:ln w="9525" cap="flat">
              <a:noFill/>
              <a:prstDash val="solid"/>
              <a:miter/>
            </a:ln>
          </p:spPr>
          <p:txBody>
            <a:bodyPr rtlCol="0" anchor="ctr"/>
            <a:lstStyle/>
            <a:p>
              <a:endParaRPr lang="en-US"/>
            </a:p>
          </p:txBody>
        </p:sp>
        <p:sp>
          <p:nvSpPr>
            <p:cNvPr id="122" name="Freeform 121">
              <a:extLst>
                <a:ext uri="{FF2B5EF4-FFF2-40B4-BE49-F238E27FC236}">
                  <a16:creationId xmlns:a16="http://schemas.microsoft.com/office/drawing/2014/main" id="{C1A6707B-2CA3-3F65-45C2-727FD45B5C49}"/>
                </a:ext>
              </a:extLst>
            </p:cNvPr>
            <p:cNvSpPr/>
            <p:nvPr userDrawn="1"/>
          </p:nvSpPr>
          <p:spPr>
            <a:xfrm>
              <a:off x="4907224" y="1690572"/>
              <a:ext cx="1113318" cy="1113318"/>
            </a:xfrm>
            <a:custGeom>
              <a:avLst/>
              <a:gdLst>
                <a:gd name="connsiteX0" fmla="*/ 0 w 543306"/>
                <a:gd name="connsiteY0" fmla="*/ 0 h 543306"/>
                <a:gd name="connsiteX1" fmla="*/ 543306 w 543306"/>
                <a:gd name="connsiteY1" fmla="*/ 0 h 543306"/>
                <a:gd name="connsiteX2" fmla="*/ 543306 w 543306"/>
                <a:gd name="connsiteY2" fmla="*/ 543306 h 543306"/>
                <a:gd name="connsiteX3" fmla="*/ 0 w 543306"/>
                <a:gd name="connsiteY3" fmla="*/ 543306 h 543306"/>
              </a:gdLst>
              <a:ahLst/>
              <a:cxnLst>
                <a:cxn ang="0">
                  <a:pos x="connsiteX0" y="connsiteY0"/>
                </a:cxn>
                <a:cxn ang="0">
                  <a:pos x="connsiteX1" y="connsiteY1"/>
                </a:cxn>
                <a:cxn ang="0">
                  <a:pos x="connsiteX2" y="connsiteY2"/>
                </a:cxn>
                <a:cxn ang="0">
                  <a:pos x="connsiteX3" y="connsiteY3"/>
                </a:cxn>
              </a:cxnLst>
              <a:rect l="l" t="t" r="r" b="b"/>
              <a:pathLst>
                <a:path w="543306" h="543306">
                  <a:moveTo>
                    <a:pt x="0" y="0"/>
                  </a:moveTo>
                  <a:lnTo>
                    <a:pt x="543306" y="0"/>
                  </a:lnTo>
                  <a:lnTo>
                    <a:pt x="543306" y="543306"/>
                  </a:lnTo>
                  <a:lnTo>
                    <a:pt x="0" y="543306"/>
                  </a:lnTo>
                  <a:close/>
                </a:path>
              </a:pathLst>
            </a:custGeom>
            <a:solidFill>
              <a:srgbClr val="007934"/>
            </a:solidFill>
            <a:ln w="9525" cap="flat">
              <a:noFill/>
              <a:prstDash val="solid"/>
              <a:miter/>
            </a:ln>
          </p:spPr>
          <p:txBody>
            <a:bodyPr rtlCol="0" anchor="ctr"/>
            <a:lstStyle/>
            <a:p>
              <a:endParaRPr lang="en-US"/>
            </a:p>
          </p:txBody>
        </p:sp>
        <p:sp>
          <p:nvSpPr>
            <p:cNvPr id="123" name="Freeform 122">
              <a:extLst>
                <a:ext uri="{FF2B5EF4-FFF2-40B4-BE49-F238E27FC236}">
                  <a16:creationId xmlns:a16="http://schemas.microsoft.com/office/drawing/2014/main" id="{D4C61578-C993-8405-291A-DEF5EE57846B}"/>
                </a:ext>
              </a:extLst>
            </p:cNvPr>
            <p:cNvSpPr/>
            <p:nvPr userDrawn="1"/>
          </p:nvSpPr>
          <p:spPr>
            <a:xfrm>
              <a:off x="5613002" y="2009890"/>
              <a:ext cx="88611" cy="88611"/>
            </a:xfrm>
            <a:custGeom>
              <a:avLst/>
              <a:gdLst>
                <a:gd name="connsiteX0" fmla="*/ 21622 w 43243"/>
                <a:gd name="connsiteY0" fmla="*/ 0 h 43243"/>
                <a:gd name="connsiteX1" fmla="*/ 0 w 43243"/>
                <a:gd name="connsiteY1" fmla="*/ 21622 h 43243"/>
                <a:gd name="connsiteX2" fmla="*/ 21622 w 43243"/>
                <a:gd name="connsiteY2" fmla="*/ 43244 h 43243"/>
                <a:gd name="connsiteX3" fmla="*/ 43244 w 43243"/>
                <a:gd name="connsiteY3" fmla="*/ 21622 h 43243"/>
                <a:gd name="connsiteX4" fmla="*/ 21622 w 43243"/>
                <a:gd name="connsiteY4" fmla="*/ 0 h 432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243" h="43243">
                  <a:moveTo>
                    <a:pt x="21622" y="0"/>
                  </a:moveTo>
                  <a:cubicBezTo>
                    <a:pt x="9715" y="0"/>
                    <a:pt x="0" y="9716"/>
                    <a:pt x="0" y="21622"/>
                  </a:cubicBezTo>
                  <a:cubicBezTo>
                    <a:pt x="0" y="33528"/>
                    <a:pt x="9715" y="43244"/>
                    <a:pt x="21622" y="43244"/>
                  </a:cubicBezTo>
                  <a:cubicBezTo>
                    <a:pt x="33528" y="43244"/>
                    <a:pt x="43244" y="33528"/>
                    <a:pt x="43244" y="21622"/>
                  </a:cubicBezTo>
                  <a:cubicBezTo>
                    <a:pt x="43244" y="9716"/>
                    <a:pt x="33528" y="0"/>
                    <a:pt x="21622" y="0"/>
                  </a:cubicBezTo>
                  <a:close/>
                </a:path>
              </a:pathLst>
            </a:custGeom>
            <a:solidFill>
              <a:srgbClr val="FFFFFF"/>
            </a:solidFill>
            <a:ln w="9525" cap="flat">
              <a:noFill/>
              <a:prstDash val="solid"/>
              <a:miter/>
            </a:ln>
          </p:spPr>
          <p:txBody>
            <a:bodyPr rtlCol="0" anchor="ctr"/>
            <a:lstStyle/>
            <a:p>
              <a:endParaRPr lang="en-US"/>
            </a:p>
          </p:txBody>
        </p:sp>
        <p:sp>
          <p:nvSpPr>
            <p:cNvPr id="124" name="Freeform 123">
              <a:extLst>
                <a:ext uri="{FF2B5EF4-FFF2-40B4-BE49-F238E27FC236}">
                  <a16:creationId xmlns:a16="http://schemas.microsoft.com/office/drawing/2014/main" id="{74412687-F6B8-FF14-A681-2E7D9389F291}"/>
                </a:ext>
              </a:extLst>
            </p:cNvPr>
            <p:cNvSpPr/>
            <p:nvPr userDrawn="1"/>
          </p:nvSpPr>
          <p:spPr>
            <a:xfrm>
              <a:off x="5100064" y="1883412"/>
              <a:ext cx="727442" cy="727442"/>
            </a:xfrm>
            <a:custGeom>
              <a:avLst/>
              <a:gdLst>
                <a:gd name="connsiteX0" fmla="*/ 265462 w 354996"/>
                <a:gd name="connsiteY0" fmla="*/ 0 h 354996"/>
                <a:gd name="connsiteX1" fmla="*/ 89535 w 354996"/>
                <a:gd name="connsiteY1" fmla="*/ 0 h 354996"/>
                <a:gd name="connsiteX2" fmla="*/ 0 w 354996"/>
                <a:gd name="connsiteY2" fmla="*/ 89535 h 354996"/>
                <a:gd name="connsiteX3" fmla="*/ 0 w 354996"/>
                <a:gd name="connsiteY3" fmla="*/ 265462 h 354996"/>
                <a:gd name="connsiteX4" fmla="*/ 89535 w 354996"/>
                <a:gd name="connsiteY4" fmla="*/ 354997 h 354996"/>
                <a:gd name="connsiteX5" fmla="*/ 265462 w 354996"/>
                <a:gd name="connsiteY5" fmla="*/ 354997 h 354996"/>
                <a:gd name="connsiteX6" fmla="*/ 354997 w 354996"/>
                <a:gd name="connsiteY6" fmla="*/ 265462 h 354996"/>
                <a:gd name="connsiteX7" fmla="*/ 354997 w 354996"/>
                <a:gd name="connsiteY7" fmla="*/ 89535 h 354996"/>
                <a:gd name="connsiteX8" fmla="*/ 265462 w 354996"/>
                <a:gd name="connsiteY8" fmla="*/ 0 h 354996"/>
                <a:gd name="connsiteX9" fmla="*/ 316421 w 354996"/>
                <a:gd name="connsiteY9" fmla="*/ 265462 h 354996"/>
                <a:gd name="connsiteX10" fmla="*/ 265462 w 354996"/>
                <a:gd name="connsiteY10" fmla="*/ 316421 h 354996"/>
                <a:gd name="connsiteX11" fmla="*/ 89535 w 354996"/>
                <a:gd name="connsiteY11" fmla="*/ 316421 h 354996"/>
                <a:gd name="connsiteX12" fmla="*/ 38576 w 354996"/>
                <a:gd name="connsiteY12" fmla="*/ 265462 h 354996"/>
                <a:gd name="connsiteX13" fmla="*/ 38576 w 354996"/>
                <a:gd name="connsiteY13" fmla="*/ 89535 h 354996"/>
                <a:gd name="connsiteX14" fmla="*/ 89535 w 354996"/>
                <a:gd name="connsiteY14" fmla="*/ 38576 h 354996"/>
                <a:gd name="connsiteX15" fmla="*/ 265462 w 354996"/>
                <a:gd name="connsiteY15" fmla="*/ 38576 h 354996"/>
                <a:gd name="connsiteX16" fmla="*/ 316421 w 354996"/>
                <a:gd name="connsiteY16" fmla="*/ 89535 h 354996"/>
                <a:gd name="connsiteX17" fmla="*/ 316421 w 354996"/>
                <a:gd name="connsiteY17" fmla="*/ 265462 h 3549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54996" h="354996">
                  <a:moveTo>
                    <a:pt x="265462" y="0"/>
                  </a:moveTo>
                  <a:lnTo>
                    <a:pt x="89535" y="0"/>
                  </a:lnTo>
                  <a:cubicBezTo>
                    <a:pt x="40196" y="0"/>
                    <a:pt x="0" y="40196"/>
                    <a:pt x="0" y="89535"/>
                  </a:cubicBezTo>
                  <a:lnTo>
                    <a:pt x="0" y="265462"/>
                  </a:lnTo>
                  <a:cubicBezTo>
                    <a:pt x="0" y="314896"/>
                    <a:pt x="40196" y="354997"/>
                    <a:pt x="89535" y="354997"/>
                  </a:cubicBezTo>
                  <a:lnTo>
                    <a:pt x="265462" y="354997"/>
                  </a:lnTo>
                  <a:cubicBezTo>
                    <a:pt x="314801" y="354997"/>
                    <a:pt x="354997" y="314801"/>
                    <a:pt x="354997" y="265462"/>
                  </a:cubicBezTo>
                  <a:lnTo>
                    <a:pt x="354997" y="89535"/>
                  </a:lnTo>
                  <a:cubicBezTo>
                    <a:pt x="354997" y="40196"/>
                    <a:pt x="314801" y="0"/>
                    <a:pt x="265462" y="0"/>
                  </a:cubicBezTo>
                  <a:close/>
                  <a:moveTo>
                    <a:pt x="316421" y="265462"/>
                  </a:moveTo>
                  <a:cubicBezTo>
                    <a:pt x="316421" y="293560"/>
                    <a:pt x="293561" y="316421"/>
                    <a:pt x="265462" y="316421"/>
                  </a:cubicBezTo>
                  <a:lnTo>
                    <a:pt x="89535" y="316421"/>
                  </a:lnTo>
                  <a:cubicBezTo>
                    <a:pt x="61436" y="316421"/>
                    <a:pt x="38576" y="293560"/>
                    <a:pt x="38576" y="265462"/>
                  </a:cubicBezTo>
                  <a:lnTo>
                    <a:pt x="38576" y="89535"/>
                  </a:lnTo>
                  <a:cubicBezTo>
                    <a:pt x="38576" y="61436"/>
                    <a:pt x="61436" y="38576"/>
                    <a:pt x="89535" y="38576"/>
                  </a:cubicBezTo>
                  <a:lnTo>
                    <a:pt x="265462" y="38576"/>
                  </a:lnTo>
                  <a:cubicBezTo>
                    <a:pt x="293561" y="38576"/>
                    <a:pt x="316421" y="61436"/>
                    <a:pt x="316421" y="89535"/>
                  </a:cubicBezTo>
                  <a:lnTo>
                    <a:pt x="316421" y="265462"/>
                  </a:lnTo>
                  <a:close/>
                </a:path>
              </a:pathLst>
            </a:custGeom>
            <a:solidFill>
              <a:srgbClr val="FFFFFF"/>
            </a:solidFill>
            <a:ln w="9525" cap="flat">
              <a:noFill/>
              <a:prstDash val="solid"/>
              <a:miter/>
            </a:ln>
          </p:spPr>
          <p:txBody>
            <a:bodyPr rtlCol="0" anchor="ctr"/>
            <a:lstStyle/>
            <a:p>
              <a:endParaRPr lang="en-US"/>
            </a:p>
          </p:txBody>
        </p:sp>
        <p:sp>
          <p:nvSpPr>
            <p:cNvPr id="125" name="Freeform 124">
              <a:extLst>
                <a:ext uri="{FF2B5EF4-FFF2-40B4-BE49-F238E27FC236}">
                  <a16:creationId xmlns:a16="http://schemas.microsoft.com/office/drawing/2014/main" id="{611DCFC7-265A-A74C-9128-D2C19FEB1FE1}"/>
                </a:ext>
              </a:extLst>
            </p:cNvPr>
            <p:cNvSpPr/>
            <p:nvPr userDrawn="1"/>
          </p:nvSpPr>
          <p:spPr>
            <a:xfrm>
              <a:off x="5276508" y="2059857"/>
              <a:ext cx="374747" cy="374750"/>
            </a:xfrm>
            <a:custGeom>
              <a:avLst/>
              <a:gdLst>
                <a:gd name="connsiteX0" fmla="*/ 91440 w 182879"/>
                <a:gd name="connsiteY0" fmla="*/ 0 h 182880"/>
                <a:gd name="connsiteX1" fmla="*/ 0 w 182879"/>
                <a:gd name="connsiteY1" fmla="*/ 91440 h 182880"/>
                <a:gd name="connsiteX2" fmla="*/ 91440 w 182879"/>
                <a:gd name="connsiteY2" fmla="*/ 182880 h 182880"/>
                <a:gd name="connsiteX3" fmla="*/ 182880 w 182879"/>
                <a:gd name="connsiteY3" fmla="*/ 91440 h 182880"/>
                <a:gd name="connsiteX4" fmla="*/ 91440 w 182879"/>
                <a:gd name="connsiteY4" fmla="*/ 0 h 182880"/>
                <a:gd name="connsiteX5" fmla="*/ 91440 w 182879"/>
                <a:gd name="connsiteY5" fmla="*/ 144209 h 182880"/>
                <a:gd name="connsiteX6" fmla="*/ 38671 w 182879"/>
                <a:gd name="connsiteY6" fmla="*/ 91440 h 182880"/>
                <a:gd name="connsiteX7" fmla="*/ 91440 w 182879"/>
                <a:gd name="connsiteY7" fmla="*/ 38672 h 182880"/>
                <a:gd name="connsiteX8" fmla="*/ 144304 w 182879"/>
                <a:gd name="connsiteY8" fmla="*/ 91440 h 182880"/>
                <a:gd name="connsiteX9" fmla="*/ 91440 w 182879"/>
                <a:gd name="connsiteY9" fmla="*/ 144209 h 1828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2879" h="182880">
                  <a:moveTo>
                    <a:pt x="91440" y="0"/>
                  </a:moveTo>
                  <a:cubicBezTo>
                    <a:pt x="41053" y="0"/>
                    <a:pt x="0" y="41053"/>
                    <a:pt x="0" y="91440"/>
                  </a:cubicBezTo>
                  <a:cubicBezTo>
                    <a:pt x="0" y="141827"/>
                    <a:pt x="41053" y="182880"/>
                    <a:pt x="91440" y="182880"/>
                  </a:cubicBezTo>
                  <a:cubicBezTo>
                    <a:pt x="141827" y="182880"/>
                    <a:pt x="182880" y="141827"/>
                    <a:pt x="182880" y="91440"/>
                  </a:cubicBezTo>
                  <a:cubicBezTo>
                    <a:pt x="182880" y="41053"/>
                    <a:pt x="141922" y="0"/>
                    <a:pt x="91440" y="0"/>
                  </a:cubicBezTo>
                  <a:close/>
                  <a:moveTo>
                    <a:pt x="91440" y="144209"/>
                  </a:moveTo>
                  <a:cubicBezTo>
                    <a:pt x="62389" y="144209"/>
                    <a:pt x="38671" y="120491"/>
                    <a:pt x="38671" y="91440"/>
                  </a:cubicBezTo>
                  <a:cubicBezTo>
                    <a:pt x="38671" y="62389"/>
                    <a:pt x="62389" y="38672"/>
                    <a:pt x="91440" y="38672"/>
                  </a:cubicBezTo>
                  <a:cubicBezTo>
                    <a:pt x="120491" y="38672"/>
                    <a:pt x="144304" y="62389"/>
                    <a:pt x="144304" y="91440"/>
                  </a:cubicBezTo>
                  <a:cubicBezTo>
                    <a:pt x="144304" y="120491"/>
                    <a:pt x="120586" y="144209"/>
                    <a:pt x="91440" y="144209"/>
                  </a:cubicBezTo>
                  <a:close/>
                </a:path>
              </a:pathLst>
            </a:custGeom>
            <a:solidFill>
              <a:srgbClr val="FFFFFF"/>
            </a:solidFill>
            <a:ln w="9525" cap="flat">
              <a:noFill/>
              <a:prstDash val="solid"/>
              <a:miter/>
            </a:ln>
          </p:spPr>
          <p:txBody>
            <a:bodyPr rtlCol="0" anchor="ctr"/>
            <a:lstStyle/>
            <a:p>
              <a:endParaRPr lang="en-US"/>
            </a:p>
          </p:txBody>
        </p:sp>
        <p:sp>
          <p:nvSpPr>
            <p:cNvPr id="126" name="Freeform 125">
              <a:extLst>
                <a:ext uri="{FF2B5EF4-FFF2-40B4-BE49-F238E27FC236}">
                  <a16:creationId xmlns:a16="http://schemas.microsoft.com/office/drawing/2014/main" id="{CF71412B-57D0-8C3F-863B-747D72482FB6}"/>
                </a:ext>
              </a:extLst>
            </p:cNvPr>
            <p:cNvSpPr/>
            <p:nvPr userDrawn="1"/>
          </p:nvSpPr>
          <p:spPr>
            <a:xfrm>
              <a:off x="7395013" y="1695646"/>
              <a:ext cx="1113318" cy="1113318"/>
            </a:xfrm>
            <a:custGeom>
              <a:avLst/>
              <a:gdLst>
                <a:gd name="connsiteX0" fmla="*/ 0 w 543306"/>
                <a:gd name="connsiteY0" fmla="*/ 0 h 543306"/>
                <a:gd name="connsiteX1" fmla="*/ 543306 w 543306"/>
                <a:gd name="connsiteY1" fmla="*/ 0 h 543306"/>
                <a:gd name="connsiteX2" fmla="*/ 543306 w 543306"/>
                <a:gd name="connsiteY2" fmla="*/ 543306 h 543306"/>
                <a:gd name="connsiteX3" fmla="*/ 0 w 543306"/>
                <a:gd name="connsiteY3" fmla="*/ 543306 h 543306"/>
              </a:gdLst>
              <a:ahLst/>
              <a:cxnLst>
                <a:cxn ang="0">
                  <a:pos x="connsiteX0" y="connsiteY0"/>
                </a:cxn>
                <a:cxn ang="0">
                  <a:pos x="connsiteX1" y="connsiteY1"/>
                </a:cxn>
                <a:cxn ang="0">
                  <a:pos x="connsiteX2" y="connsiteY2"/>
                </a:cxn>
                <a:cxn ang="0">
                  <a:pos x="connsiteX3" y="connsiteY3"/>
                </a:cxn>
              </a:cxnLst>
              <a:rect l="l" t="t" r="r" b="b"/>
              <a:pathLst>
                <a:path w="543306" h="543306">
                  <a:moveTo>
                    <a:pt x="0" y="0"/>
                  </a:moveTo>
                  <a:lnTo>
                    <a:pt x="543306" y="0"/>
                  </a:lnTo>
                  <a:lnTo>
                    <a:pt x="543306" y="543306"/>
                  </a:lnTo>
                  <a:lnTo>
                    <a:pt x="0" y="543306"/>
                  </a:lnTo>
                  <a:close/>
                </a:path>
              </a:pathLst>
            </a:custGeom>
            <a:solidFill>
              <a:srgbClr val="007934"/>
            </a:solidFill>
            <a:ln w="9525" cap="flat">
              <a:noFill/>
              <a:prstDash val="solid"/>
              <a:miter/>
            </a:ln>
          </p:spPr>
          <p:txBody>
            <a:bodyPr rtlCol="0" anchor="ctr"/>
            <a:lstStyle/>
            <a:p>
              <a:endParaRPr lang="en-US"/>
            </a:p>
          </p:txBody>
        </p:sp>
        <p:sp>
          <p:nvSpPr>
            <p:cNvPr id="127" name="Freeform 126">
              <a:extLst>
                <a:ext uri="{FF2B5EF4-FFF2-40B4-BE49-F238E27FC236}">
                  <a16:creationId xmlns:a16="http://schemas.microsoft.com/office/drawing/2014/main" id="{432E9776-B6B4-0737-83B3-225F4D4AE1BF}"/>
                </a:ext>
              </a:extLst>
            </p:cNvPr>
            <p:cNvSpPr/>
            <p:nvPr userDrawn="1"/>
          </p:nvSpPr>
          <p:spPr>
            <a:xfrm>
              <a:off x="7581999" y="1991739"/>
              <a:ext cx="739350" cy="521135"/>
            </a:xfrm>
            <a:custGeom>
              <a:avLst/>
              <a:gdLst>
                <a:gd name="connsiteX0" fmla="*/ 353282 w 360807"/>
                <a:gd name="connsiteY0" fmla="*/ 39719 h 254317"/>
                <a:gd name="connsiteX1" fmla="*/ 321373 w 360807"/>
                <a:gd name="connsiteY1" fmla="*/ 7620 h 254317"/>
                <a:gd name="connsiteX2" fmla="*/ 180404 w 360807"/>
                <a:gd name="connsiteY2" fmla="*/ 0 h 254317"/>
                <a:gd name="connsiteX3" fmla="*/ 39433 w 360807"/>
                <a:gd name="connsiteY3" fmla="*/ 7620 h 254317"/>
                <a:gd name="connsiteX4" fmla="*/ 7525 w 360807"/>
                <a:gd name="connsiteY4" fmla="*/ 39719 h 254317"/>
                <a:gd name="connsiteX5" fmla="*/ 0 w 360807"/>
                <a:gd name="connsiteY5" fmla="*/ 127159 h 254317"/>
                <a:gd name="connsiteX6" fmla="*/ 7525 w 360807"/>
                <a:gd name="connsiteY6" fmla="*/ 214598 h 254317"/>
                <a:gd name="connsiteX7" fmla="*/ 39433 w 360807"/>
                <a:gd name="connsiteY7" fmla="*/ 246697 h 254317"/>
                <a:gd name="connsiteX8" fmla="*/ 180404 w 360807"/>
                <a:gd name="connsiteY8" fmla="*/ 254317 h 254317"/>
                <a:gd name="connsiteX9" fmla="*/ 321373 w 360807"/>
                <a:gd name="connsiteY9" fmla="*/ 246697 h 254317"/>
                <a:gd name="connsiteX10" fmla="*/ 353282 w 360807"/>
                <a:gd name="connsiteY10" fmla="*/ 214598 h 254317"/>
                <a:gd name="connsiteX11" fmla="*/ 360807 w 360807"/>
                <a:gd name="connsiteY11" fmla="*/ 127159 h 254317"/>
                <a:gd name="connsiteX12" fmla="*/ 353282 w 360807"/>
                <a:gd name="connsiteY12" fmla="*/ 39719 h 254317"/>
                <a:gd name="connsiteX13" fmla="*/ 143542 w 360807"/>
                <a:gd name="connsiteY13" fmla="*/ 180784 h 254317"/>
                <a:gd name="connsiteX14" fmla="*/ 143542 w 360807"/>
                <a:gd name="connsiteY14" fmla="*/ 73533 h 254317"/>
                <a:gd name="connsiteX15" fmla="*/ 237839 w 360807"/>
                <a:gd name="connsiteY15" fmla="*/ 127159 h 254317"/>
                <a:gd name="connsiteX16" fmla="*/ 143542 w 360807"/>
                <a:gd name="connsiteY16" fmla="*/ 180784 h 2543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60807" h="254317">
                  <a:moveTo>
                    <a:pt x="353282" y="39719"/>
                  </a:moveTo>
                  <a:cubicBezTo>
                    <a:pt x="349091" y="24098"/>
                    <a:pt x="336899" y="11811"/>
                    <a:pt x="321373" y="7620"/>
                  </a:cubicBezTo>
                  <a:cubicBezTo>
                    <a:pt x="293275" y="0"/>
                    <a:pt x="180404" y="0"/>
                    <a:pt x="180404" y="0"/>
                  </a:cubicBezTo>
                  <a:cubicBezTo>
                    <a:pt x="180404" y="0"/>
                    <a:pt x="67532" y="0"/>
                    <a:pt x="39433" y="7620"/>
                  </a:cubicBezTo>
                  <a:cubicBezTo>
                    <a:pt x="23908" y="11811"/>
                    <a:pt x="11716" y="24098"/>
                    <a:pt x="7525" y="39719"/>
                  </a:cubicBezTo>
                  <a:cubicBezTo>
                    <a:pt x="0" y="68008"/>
                    <a:pt x="0" y="127159"/>
                    <a:pt x="0" y="127159"/>
                  </a:cubicBezTo>
                  <a:cubicBezTo>
                    <a:pt x="0" y="127159"/>
                    <a:pt x="0" y="186214"/>
                    <a:pt x="7525" y="214598"/>
                  </a:cubicBezTo>
                  <a:cubicBezTo>
                    <a:pt x="11716" y="230219"/>
                    <a:pt x="23908" y="242506"/>
                    <a:pt x="39433" y="246697"/>
                  </a:cubicBezTo>
                  <a:cubicBezTo>
                    <a:pt x="67532" y="254317"/>
                    <a:pt x="180404" y="254317"/>
                    <a:pt x="180404" y="254317"/>
                  </a:cubicBezTo>
                  <a:cubicBezTo>
                    <a:pt x="180404" y="254317"/>
                    <a:pt x="293275" y="254317"/>
                    <a:pt x="321373" y="246697"/>
                  </a:cubicBezTo>
                  <a:cubicBezTo>
                    <a:pt x="336899" y="242506"/>
                    <a:pt x="349091" y="230219"/>
                    <a:pt x="353282" y="214598"/>
                  </a:cubicBezTo>
                  <a:cubicBezTo>
                    <a:pt x="360807" y="186309"/>
                    <a:pt x="360807" y="127159"/>
                    <a:pt x="360807" y="127159"/>
                  </a:cubicBezTo>
                  <a:cubicBezTo>
                    <a:pt x="360807" y="127159"/>
                    <a:pt x="360807" y="68104"/>
                    <a:pt x="353282" y="39719"/>
                  </a:cubicBezTo>
                  <a:close/>
                  <a:moveTo>
                    <a:pt x="143542" y="180784"/>
                  </a:moveTo>
                  <a:lnTo>
                    <a:pt x="143542" y="73533"/>
                  </a:lnTo>
                  <a:lnTo>
                    <a:pt x="237839" y="127159"/>
                  </a:lnTo>
                  <a:lnTo>
                    <a:pt x="143542" y="180784"/>
                  </a:lnTo>
                  <a:close/>
                </a:path>
              </a:pathLst>
            </a:custGeom>
            <a:solidFill>
              <a:srgbClr val="FFFFFF"/>
            </a:solidFill>
            <a:ln w="9525" cap="flat">
              <a:noFill/>
              <a:prstDash val="solid"/>
              <a:miter/>
            </a:ln>
          </p:spPr>
          <p:txBody>
            <a:bodyPr rtlCol="0" anchor="ctr"/>
            <a:lstStyle/>
            <a:p>
              <a:endParaRPr lang="en-US"/>
            </a:p>
          </p:txBody>
        </p:sp>
        <p:sp>
          <p:nvSpPr>
            <p:cNvPr id="128" name="Freeform 127">
              <a:extLst>
                <a:ext uri="{FF2B5EF4-FFF2-40B4-BE49-F238E27FC236}">
                  <a16:creationId xmlns:a16="http://schemas.microsoft.com/office/drawing/2014/main" id="{46B36695-9D44-CF4A-14FC-6D97E6B5EEB6}"/>
                </a:ext>
              </a:extLst>
            </p:cNvPr>
            <p:cNvSpPr/>
            <p:nvPr userDrawn="1"/>
          </p:nvSpPr>
          <p:spPr>
            <a:xfrm>
              <a:off x="2419238" y="1689595"/>
              <a:ext cx="1113317" cy="1113317"/>
            </a:xfrm>
            <a:custGeom>
              <a:avLst/>
              <a:gdLst>
                <a:gd name="connsiteX0" fmla="*/ 0 w 543305"/>
                <a:gd name="connsiteY0" fmla="*/ 0 h 543305"/>
                <a:gd name="connsiteX1" fmla="*/ 543306 w 543305"/>
                <a:gd name="connsiteY1" fmla="*/ 0 h 543305"/>
                <a:gd name="connsiteX2" fmla="*/ 543306 w 543305"/>
                <a:gd name="connsiteY2" fmla="*/ 543306 h 543305"/>
                <a:gd name="connsiteX3" fmla="*/ 0 w 543305"/>
                <a:gd name="connsiteY3" fmla="*/ 543306 h 543305"/>
              </a:gdLst>
              <a:ahLst/>
              <a:cxnLst>
                <a:cxn ang="0">
                  <a:pos x="connsiteX0" y="connsiteY0"/>
                </a:cxn>
                <a:cxn ang="0">
                  <a:pos x="connsiteX1" y="connsiteY1"/>
                </a:cxn>
                <a:cxn ang="0">
                  <a:pos x="connsiteX2" y="connsiteY2"/>
                </a:cxn>
                <a:cxn ang="0">
                  <a:pos x="connsiteX3" y="connsiteY3"/>
                </a:cxn>
              </a:cxnLst>
              <a:rect l="l" t="t" r="r" b="b"/>
              <a:pathLst>
                <a:path w="543305" h="543305">
                  <a:moveTo>
                    <a:pt x="0" y="0"/>
                  </a:moveTo>
                  <a:lnTo>
                    <a:pt x="543306" y="0"/>
                  </a:lnTo>
                  <a:lnTo>
                    <a:pt x="543306" y="543306"/>
                  </a:lnTo>
                  <a:lnTo>
                    <a:pt x="0" y="543306"/>
                  </a:lnTo>
                  <a:close/>
                </a:path>
              </a:pathLst>
            </a:custGeom>
            <a:solidFill>
              <a:srgbClr val="007934"/>
            </a:solidFill>
            <a:ln w="9525" cap="flat">
              <a:noFill/>
              <a:prstDash val="solid"/>
              <a:miter/>
            </a:ln>
          </p:spPr>
          <p:txBody>
            <a:bodyPr rtlCol="0" anchor="ctr"/>
            <a:lstStyle/>
            <a:p>
              <a:endParaRPr lang="en-US"/>
            </a:p>
          </p:txBody>
        </p:sp>
        <p:sp>
          <p:nvSpPr>
            <p:cNvPr id="129" name="Freeform 128">
              <a:extLst>
                <a:ext uri="{FF2B5EF4-FFF2-40B4-BE49-F238E27FC236}">
                  <a16:creationId xmlns:a16="http://schemas.microsoft.com/office/drawing/2014/main" id="{E46E7525-5FF1-8346-5B8E-E85830C2BFE2}"/>
                </a:ext>
              </a:extLst>
            </p:cNvPr>
            <p:cNvSpPr/>
            <p:nvPr userDrawn="1"/>
          </p:nvSpPr>
          <p:spPr>
            <a:xfrm>
              <a:off x="2628279" y="2125633"/>
              <a:ext cx="149117" cy="479562"/>
            </a:xfrm>
            <a:custGeom>
              <a:avLst/>
              <a:gdLst>
                <a:gd name="connsiteX0" fmla="*/ 0 w 72770"/>
                <a:gd name="connsiteY0" fmla="*/ 0 h 234029"/>
                <a:gd name="connsiteX1" fmla="*/ 72771 w 72770"/>
                <a:gd name="connsiteY1" fmla="*/ 0 h 234029"/>
                <a:gd name="connsiteX2" fmla="*/ 72771 w 72770"/>
                <a:gd name="connsiteY2" fmla="*/ 234029 h 234029"/>
                <a:gd name="connsiteX3" fmla="*/ 0 w 72770"/>
                <a:gd name="connsiteY3" fmla="*/ 234029 h 234029"/>
              </a:gdLst>
              <a:ahLst/>
              <a:cxnLst>
                <a:cxn ang="0">
                  <a:pos x="connsiteX0" y="connsiteY0"/>
                </a:cxn>
                <a:cxn ang="0">
                  <a:pos x="connsiteX1" y="connsiteY1"/>
                </a:cxn>
                <a:cxn ang="0">
                  <a:pos x="connsiteX2" y="connsiteY2"/>
                </a:cxn>
                <a:cxn ang="0">
                  <a:pos x="connsiteX3" y="connsiteY3"/>
                </a:cxn>
              </a:cxnLst>
              <a:rect l="l" t="t" r="r" b="b"/>
              <a:pathLst>
                <a:path w="72770" h="234029">
                  <a:moveTo>
                    <a:pt x="0" y="0"/>
                  </a:moveTo>
                  <a:lnTo>
                    <a:pt x="72771" y="0"/>
                  </a:lnTo>
                  <a:lnTo>
                    <a:pt x="72771" y="234029"/>
                  </a:lnTo>
                  <a:lnTo>
                    <a:pt x="0" y="234029"/>
                  </a:lnTo>
                  <a:close/>
                </a:path>
              </a:pathLst>
            </a:custGeom>
            <a:solidFill>
              <a:srgbClr val="FFFFFF"/>
            </a:solidFill>
            <a:ln w="9525" cap="flat">
              <a:noFill/>
              <a:prstDash val="solid"/>
              <a:miter/>
            </a:ln>
          </p:spPr>
          <p:txBody>
            <a:bodyPr rtlCol="0" anchor="ctr"/>
            <a:lstStyle/>
            <a:p>
              <a:endParaRPr lang="en-US"/>
            </a:p>
          </p:txBody>
        </p:sp>
        <p:sp>
          <p:nvSpPr>
            <p:cNvPr id="130" name="Freeform 129">
              <a:extLst>
                <a:ext uri="{FF2B5EF4-FFF2-40B4-BE49-F238E27FC236}">
                  <a16:creationId xmlns:a16="http://schemas.microsoft.com/office/drawing/2014/main" id="{E2643B9D-593C-28B6-33C7-94AC849E27E6}"/>
                </a:ext>
              </a:extLst>
            </p:cNvPr>
            <p:cNvSpPr/>
            <p:nvPr userDrawn="1"/>
          </p:nvSpPr>
          <p:spPr>
            <a:xfrm>
              <a:off x="2616371" y="1887316"/>
              <a:ext cx="172539" cy="172930"/>
            </a:xfrm>
            <a:custGeom>
              <a:avLst/>
              <a:gdLst>
                <a:gd name="connsiteX0" fmla="*/ 42100 w 84200"/>
                <a:gd name="connsiteY0" fmla="*/ 0 h 84391"/>
                <a:gd name="connsiteX1" fmla="*/ 0 w 84200"/>
                <a:gd name="connsiteY1" fmla="*/ 42196 h 84391"/>
                <a:gd name="connsiteX2" fmla="*/ 42100 w 84200"/>
                <a:gd name="connsiteY2" fmla="*/ 84392 h 84391"/>
                <a:gd name="connsiteX3" fmla="*/ 84201 w 84200"/>
                <a:gd name="connsiteY3" fmla="*/ 42196 h 84391"/>
                <a:gd name="connsiteX4" fmla="*/ 42100 w 84200"/>
                <a:gd name="connsiteY4" fmla="*/ 0 h 843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200" h="84391">
                  <a:moveTo>
                    <a:pt x="42100" y="0"/>
                  </a:moveTo>
                  <a:cubicBezTo>
                    <a:pt x="18764" y="0"/>
                    <a:pt x="0" y="18860"/>
                    <a:pt x="0" y="42196"/>
                  </a:cubicBezTo>
                  <a:cubicBezTo>
                    <a:pt x="0" y="65532"/>
                    <a:pt x="18859" y="84392"/>
                    <a:pt x="42100" y="84392"/>
                  </a:cubicBezTo>
                  <a:cubicBezTo>
                    <a:pt x="65342" y="84392"/>
                    <a:pt x="84201" y="65532"/>
                    <a:pt x="84201" y="42196"/>
                  </a:cubicBezTo>
                  <a:cubicBezTo>
                    <a:pt x="84201" y="18860"/>
                    <a:pt x="65342" y="0"/>
                    <a:pt x="42100" y="0"/>
                  </a:cubicBezTo>
                  <a:close/>
                </a:path>
              </a:pathLst>
            </a:custGeom>
            <a:solidFill>
              <a:srgbClr val="FFFFFF"/>
            </a:solidFill>
            <a:ln w="9525" cap="flat">
              <a:noFill/>
              <a:prstDash val="solid"/>
              <a:miter/>
            </a:ln>
          </p:spPr>
          <p:txBody>
            <a:bodyPr rtlCol="0" anchor="ctr"/>
            <a:lstStyle/>
            <a:p>
              <a:endParaRPr lang="en-US"/>
            </a:p>
          </p:txBody>
        </p:sp>
        <p:sp>
          <p:nvSpPr>
            <p:cNvPr id="131" name="Freeform 130">
              <a:extLst>
                <a:ext uri="{FF2B5EF4-FFF2-40B4-BE49-F238E27FC236}">
                  <a16:creationId xmlns:a16="http://schemas.microsoft.com/office/drawing/2014/main" id="{DA44CA4D-A7B1-8C2B-5E9A-F02818DF16DD}"/>
                </a:ext>
              </a:extLst>
            </p:cNvPr>
            <p:cNvSpPr/>
            <p:nvPr userDrawn="1"/>
          </p:nvSpPr>
          <p:spPr>
            <a:xfrm>
              <a:off x="2870888" y="2113727"/>
              <a:ext cx="464728" cy="491467"/>
            </a:xfrm>
            <a:custGeom>
              <a:avLst/>
              <a:gdLst>
                <a:gd name="connsiteX0" fmla="*/ 139446 w 226790"/>
                <a:gd name="connsiteY0" fmla="*/ 0 h 239839"/>
                <a:gd name="connsiteX1" fmla="*/ 70675 w 226790"/>
                <a:gd name="connsiteY1" fmla="*/ 37814 h 239839"/>
                <a:gd name="connsiteX2" fmla="*/ 69723 w 226790"/>
                <a:gd name="connsiteY2" fmla="*/ 37814 h 239839"/>
                <a:gd name="connsiteX3" fmla="*/ 69723 w 226790"/>
                <a:gd name="connsiteY3" fmla="*/ 5810 h 239839"/>
                <a:gd name="connsiteX4" fmla="*/ 0 w 226790"/>
                <a:gd name="connsiteY4" fmla="*/ 5810 h 239839"/>
                <a:gd name="connsiteX5" fmla="*/ 0 w 226790"/>
                <a:gd name="connsiteY5" fmla="*/ 239839 h 239839"/>
                <a:gd name="connsiteX6" fmla="*/ 72676 w 226790"/>
                <a:gd name="connsiteY6" fmla="*/ 239839 h 239839"/>
                <a:gd name="connsiteX7" fmla="*/ 72676 w 226790"/>
                <a:gd name="connsiteY7" fmla="*/ 124111 h 239839"/>
                <a:gd name="connsiteX8" fmla="*/ 116300 w 226790"/>
                <a:gd name="connsiteY8" fmla="*/ 64008 h 239839"/>
                <a:gd name="connsiteX9" fmla="*/ 154115 w 226790"/>
                <a:gd name="connsiteY9" fmla="*/ 126016 h 239839"/>
                <a:gd name="connsiteX10" fmla="*/ 154115 w 226790"/>
                <a:gd name="connsiteY10" fmla="*/ 239839 h 239839"/>
                <a:gd name="connsiteX11" fmla="*/ 226790 w 226790"/>
                <a:gd name="connsiteY11" fmla="*/ 239839 h 239839"/>
                <a:gd name="connsiteX12" fmla="*/ 226790 w 226790"/>
                <a:gd name="connsiteY12" fmla="*/ 111538 h 239839"/>
                <a:gd name="connsiteX13" fmla="*/ 139541 w 226790"/>
                <a:gd name="connsiteY13" fmla="*/ 95 h 239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6790" h="239839">
                  <a:moveTo>
                    <a:pt x="139446" y="0"/>
                  </a:moveTo>
                  <a:cubicBezTo>
                    <a:pt x="104108" y="0"/>
                    <a:pt x="80391" y="19431"/>
                    <a:pt x="70675" y="37814"/>
                  </a:cubicBezTo>
                  <a:lnTo>
                    <a:pt x="69723" y="37814"/>
                  </a:lnTo>
                  <a:lnTo>
                    <a:pt x="69723" y="5810"/>
                  </a:lnTo>
                  <a:lnTo>
                    <a:pt x="0" y="5810"/>
                  </a:lnTo>
                  <a:lnTo>
                    <a:pt x="0" y="239839"/>
                  </a:lnTo>
                  <a:lnTo>
                    <a:pt x="72676" y="239839"/>
                  </a:lnTo>
                  <a:lnTo>
                    <a:pt x="72676" y="124111"/>
                  </a:lnTo>
                  <a:cubicBezTo>
                    <a:pt x="72676" y="93631"/>
                    <a:pt x="78486" y="64008"/>
                    <a:pt x="116300" y="64008"/>
                  </a:cubicBezTo>
                  <a:cubicBezTo>
                    <a:pt x="154115" y="64008"/>
                    <a:pt x="154115" y="98869"/>
                    <a:pt x="154115" y="126016"/>
                  </a:cubicBezTo>
                  <a:lnTo>
                    <a:pt x="154115" y="239839"/>
                  </a:lnTo>
                  <a:lnTo>
                    <a:pt x="226790" y="239839"/>
                  </a:lnTo>
                  <a:lnTo>
                    <a:pt x="226790" y="111538"/>
                  </a:lnTo>
                  <a:cubicBezTo>
                    <a:pt x="226790" y="48577"/>
                    <a:pt x="213170" y="95"/>
                    <a:pt x="139541" y="95"/>
                  </a:cubicBezTo>
                  <a:close/>
                </a:path>
              </a:pathLst>
            </a:custGeom>
            <a:solidFill>
              <a:srgbClr val="FFFFFF"/>
            </a:solidFill>
            <a:ln w="9525" cap="flat">
              <a:noFill/>
              <a:prstDash val="solid"/>
              <a:miter/>
            </a:ln>
          </p:spPr>
          <p:txBody>
            <a:bodyPr rtlCol="0" anchor="ctr"/>
            <a:lstStyle/>
            <a:p>
              <a:endParaRPr lang="en-US"/>
            </a:p>
          </p:txBody>
        </p:sp>
        <p:sp>
          <p:nvSpPr>
            <p:cNvPr id="132" name="Freeform 131">
              <a:extLst>
                <a:ext uri="{FF2B5EF4-FFF2-40B4-BE49-F238E27FC236}">
                  <a16:creationId xmlns:a16="http://schemas.microsoft.com/office/drawing/2014/main" id="{D7235AA9-6C56-4AF4-5D5D-249E43C4A4B9}"/>
                </a:ext>
              </a:extLst>
            </p:cNvPr>
            <p:cNvSpPr/>
            <p:nvPr userDrawn="1"/>
          </p:nvSpPr>
          <p:spPr>
            <a:xfrm>
              <a:off x="8639104" y="1690572"/>
              <a:ext cx="1113317" cy="1113318"/>
            </a:xfrm>
            <a:custGeom>
              <a:avLst/>
              <a:gdLst>
                <a:gd name="connsiteX0" fmla="*/ 0 w 543305"/>
                <a:gd name="connsiteY0" fmla="*/ 0 h 543306"/>
                <a:gd name="connsiteX1" fmla="*/ 543306 w 543305"/>
                <a:gd name="connsiteY1" fmla="*/ 0 h 543306"/>
                <a:gd name="connsiteX2" fmla="*/ 543306 w 543305"/>
                <a:gd name="connsiteY2" fmla="*/ 543306 h 543306"/>
                <a:gd name="connsiteX3" fmla="*/ 0 w 543305"/>
                <a:gd name="connsiteY3" fmla="*/ 543306 h 543306"/>
              </a:gdLst>
              <a:ahLst/>
              <a:cxnLst>
                <a:cxn ang="0">
                  <a:pos x="connsiteX0" y="connsiteY0"/>
                </a:cxn>
                <a:cxn ang="0">
                  <a:pos x="connsiteX1" y="connsiteY1"/>
                </a:cxn>
                <a:cxn ang="0">
                  <a:pos x="connsiteX2" y="connsiteY2"/>
                </a:cxn>
                <a:cxn ang="0">
                  <a:pos x="connsiteX3" y="connsiteY3"/>
                </a:cxn>
              </a:cxnLst>
              <a:rect l="l" t="t" r="r" b="b"/>
              <a:pathLst>
                <a:path w="543305" h="543306">
                  <a:moveTo>
                    <a:pt x="0" y="0"/>
                  </a:moveTo>
                  <a:lnTo>
                    <a:pt x="543306" y="0"/>
                  </a:lnTo>
                  <a:lnTo>
                    <a:pt x="543306" y="543306"/>
                  </a:lnTo>
                  <a:lnTo>
                    <a:pt x="0" y="543306"/>
                  </a:lnTo>
                  <a:close/>
                </a:path>
              </a:pathLst>
            </a:custGeom>
            <a:solidFill>
              <a:srgbClr val="007934"/>
            </a:solidFill>
            <a:ln w="9525" cap="flat">
              <a:noFill/>
              <a:prstDash val="solid"/>
              <a:miter/>
            </a:ln>
          </p:spPr>
          <p:txBody>
            <a:bodyPr rtlCol="0" anchor="ctr"/>
            <a:lstStyle/>
            <a:p>
              <a:endParaRPr lang="en-US"/>
            </a:p>
          </p:txBody>
        </p:sp>
        <p:sp>
          <p:nvSpPr>
            <p:cNvPr id="133" name="Freeform 132">
              <a:extLst>
                <a:ext uri="{FF2B5EF4-FFF2-40B4-BE49-F238E27FC236}">
                  <a16:creationId xmlns:a16="http://schemas.microsoft.com/office/drawing/2014/main" id="{79F594E5-39F7-5122-ACD7-B01BB6AD6085}"/>
                </a:ext>
              </a:extLst>
            </p:cNvPr>
            <p:cNvSpPr/>
            <p:nvPr userDrawn="1"/>
          </p:nvSpPr>
          <p:spPr>
            <a:xfrm>
              <a:off x="9250999" y="2079375"/>
              <a:ext cx="335713" cy="335714"/>
            </a:xfrm>
            <a:custGeom>
              <a:avLst/>
              <a:gdLst>
                <a:gd name="connsiteX0" fmla="*/ 81915 w 163830"/>
                <a:gd name="connsiteY0" fmla="*/ 0 h 163830"/>
                <a:gd name="connsiteX1" fmla="*/ 0 w 163830"/>
                <a:gd name="connsiteY1" fmla="*/ 81915 h 163830"/>
                <a:gd name="connsiteX2" fmla="*/ 81915 w 163830"/>
                <a:gd name="connsiteY2" fmla="*/ 163830 h 163830"/>
                <a:gd name="connsiteX3" fmla="*/ 163830 w 163830"/>
                <a:gd name="connsiteY3" fmla="*/ 81915 h 163830"/>
                <a:gd name="connsiteX4" fmla="*/ 81915 w 163830"/>
                <a:gd name="connsiteY4" fmla="*/ 0 h 1638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3830" h="163830">
                  <a:moveTo>
                    <a:pt x="81915" y="0"/>
                  </a:moveTo>
                  <a:cubicBezTo>
                    <a:pt x="36672" y="0"/>
                    <a:pt x="0" y="36671"/>
                    <a:pt x="0" y="81915"/>
                  </a:cubicBezTo>
                  <a:cubicBezTo>
                    <a:pt x="0" y="127159"/>
                    <a:pt x="36672" y="163830"/>
                    <a:pt x="81915" y="163830"/>
                  </a:cubicBezTo>
                  <a:cubicBezTo>
                    <a:pt x="127159" y="163830"/>
                    <a:pt x="163830" y="127159"/>
                    <a:pt x="163830" y="81915"/>
                  </a:cubicBezTo>
                  <a:cubicBezTo>
                    <a:pt x="163830" y="36671"/>
                    <a:pt x="127159" y="0"/>
                    <a:pt x="81915" y="0"/>
                  </a:cubicBezTo>
                  <a:close/>
                </a:path>
              </a:pathLst>
            </a:custGeom>
            <a:solidFill>
              <a:srgbClr val="FFFFFF"/>
            </a:solidFill>
            <a:ln w="9525" cap="flat">
              <a:noFill/>
              <a:prstDash val="solid"/>
              <a:miter/>
            </a:ln>
          </p:spPr>
          <p:txBody>
            <a:bodyPr rtlCol="0" anchor="ctr"/>
            <a:lstStyle/>
            <a:p>
              <a:endParaRPr lang="en-US"/>
            </a:p>
          </p:txBody>
        </p:sp>
        <p:sp>
          <p:nvSpPr>
            <p:cNvPr id="134" name="Freeform 133">
              <a:extLst>
                <a:ext uri="{FF2B5EF4-FFF2-40B4-BE49-F238E27FC236}">
                  <a16:creationId xmlns:a16="http://schemas.microsoft.com/office/drawing/2014/main" id="{9221A9C7-C6AD-0626-16DC-BE6C6F74C19B}"/>
                </a:ext>
              </a:extLst>
            </p:cNvPr>
            <p:cNvSpPr/>
            <p:nvPr userDrawn="1"/>
          </p:nvSpPr>
          <p:spPr>
            <a:xfrm>
              <a:off x="8804617" y="2079375"/>
              <a:ext cx="335713" cy="335711"/>
            </a:xfrm>
            <a:custGeom>
              <a:avLst/>
              <a:gdLst>
                <a:gd name="connsiteX0" fmla="*/ 163830 w 163830"/>
                <a:gd name="connsiteY0" fmla="*/ 81915 h 163829"/>
                <a:gd name="connsiteX1" fmla="*/ 81915 w 163830"/>
                <a:gd name="connsiteY1" fmla="*/ 163830 h 163829"/>
                <a:gd name="connsiteX2" fmla="*/ 1 w 163830"/>
                <a:gd name="connsiteY2" fmla="*/ 81915 h 163829"/>
                <a:gd name="connsiteX3" fmla="*/ 81915 w 163830"/>
                <a:gd name="connsiteY3" fmla="*/ 0 h 163829"/>
                <a:gd name="connsiteX4" fmla="*/ 163830 w 163830"/>
                <a:gd name="connsiteY4" fmla="*/ 81915 h 1638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3830" h="163829">
                  <a:moveTo>
                    <a:pt x="163830" y="81915"/>
                  </a:moveTo>
                  <a:cubicBezTo>
                    <a:pt x="163830" y="127155"/>
                    <a:pt x="127156" y="163830"/>
                    <a:pt x="81915" y="163830"/>
                  </a:cubicBezTo>
                  <a:cubicBezTo>
                    <a:pt x="36675" y="163830"/>
                    <a:pt x="1" y="127155"/>
                    <a:pt x="1" y="81915"/>
                  </a:cubicBezTo>
                  <a:cubicBezTo>
                    <a:pt x="1" y="36675"/>
                    <a:pt x="36675" y="0"/>
                    <a:pt x="81915" y="0"/>
                  </a:cubicBezTo>
                  <a:cubicBezTo>
                    <a:pt x="127156" y="0"/>
                    <a:pt x="163830" y="36675"/>
                    <a:pt x="163830" y="81915"/>
                  </a:cubicBezTo>
                  <a:close/>
                </a:path>
              </a:pathLst>
            </a:custGeom>
            <a:solidFill>
              <a:srgbClr val="FFFFFF"/>
            </a:solidFill>
            <a:ln w="9525" cap="flat">
              <a:noFill/>
              <a:prstDash val="solid"/>
              <a:miter/>
            </a:ln>
          </p:spPr>
          <p:txBody>
            <a:bodyPr rtlCol="0" anchor="ctr"/>
            <a:lstStyle/>
            <a:p>
              <a:endParaRPr lang="en-US"/>
            </a:p>
          </p:txBody>
        </p:sp>
        <p:sp>
          <p:nvSpPr>
            <p:cNvPr id="135" name="Freeform 134">
              <a:extLst>
                <a:ext uri="{FF2B5EF4-FFF2-40B4-BE49-F238E27FC236}">
                  <a16:creationId xmlns:a16="http://schemas.microsoft.com/office/drawing/2014/main" id="{2857E51B-0F39-5587-5067-B466AAFF56CC}"/>
                </a:ext>
              </a:extLst>
            </p:cNvPr>
            <p:cNvSpPr/>
            <p:nvPr userDrawn="1"/>
          </p:nvSpPr>
          <p:spPr>
            <a:xfrm>
              <a:off x="3663327" y="1692523"/>
              <a:ext cx="1113318" cy="1113318"/>
            </a:xfrm>
            <a:custGeom>
              <a:avLst/>
              <a:gdLst>
                <a:gd name="connsiteX0" fmla="*/ 0 w 543306"/>
                <a:gd name="connsiteY0" fmla="*/ 0 h 543306"/>
                <a:gd name="connsiteX1" fmla="*/ 543306 w 543306"/>
                <a:gd name="connsiteY1" fmla="*/ 0 h 543306"/>
                <a:gd name="connsiteX2" fmla="*/ 543306 w 543306"/>
                <a:gd name="connsiteY2" fmla="*/ 543306 h 543306"/>
                <a:gd name="connsiteX3" fmla="*/ 0 w 543306"/>
                <a:gd name="connsiteY3" fmla="*/ 543306 h 543306"/>
              </a:gdLst>
              <a:ahLst/>
              <a:cxnLst>
                <a:cxn ang="0">
                  <a:pos x="connsiteX0" y="connsiteY0"/>
                </a:cxn>
                <a:cxn ang="0">
                  <a:pos x="connsiteX1" y="connsiteY1"/>
                </a:cxn>
                <a:cxn ang="0">
                  <a:pos x="connsiteX2" y="connsiteY2"/>
                </a:cxn>
                <a:cxn ang="0">
                  <a:pos x="connsiteX3" y="connsiteY3"/>
                </a:cxn>
              </a:cxnLst>
              <a:rect l="l" t="t" r="r" b="b"/>
              <a:pathLst>
                <a:path w="543306" h="543306">
                  <a:moveTo>
                    <a:pt x="0" y="0"/>
                  </a:moveTo>
                  <a:lnTo>
                    <a:pt x="543306" y="0"/>
                  </a:lnTo>
                  <a:lnTo>
                    <a:pt x="543306" y="543306"/>
                  </a:lnTo>
                  <a:lnTo>
                    <a:pt x="0" y="543306"/>
                  </a:lnTo>
                  <a:close/>
                </a:path>
              </a:pathLst>
            </a:custGeom>
            <a:solidFill>
              <a:srgbClr val="007934"/>
            </a:solidFill>
            <a:ln w="9525" cap="flat">
              <a:noFill/>
              <a:prstDash val="solid"/>
              <a:miter/>
            </a:ln>
          </p:spPr>
          <p:txBody>
            <a:bodyPr rtlCol="0" anchor="ctr"/>
            <a:lstStyle/>
            <a:p>
              <a:endParaRPr lang="en-US"/>
            </a:p>
          </p:txBody>
        </p:sp>
        <p:sp>
          <p:nvSpPr>
            <p:cNvPr id="136" name="Freeform 135">
              <a:extLst>
                <a:ext uri="{FF2B5EF4-FFF2-40B4-BE49-F238E27FC236}">
                  <a16:creationId xmlns:a16="http://schemas.microsoft.com/office/drawing/2014/main" id="{B9A5378C-3AD2-2975-4FF4-12CED3D169DD}"/>
                </a:ext>
              </a:extLst>
            </p:cNvPr>
            <p:cNvSpPr/>
            <p:nvPr userDrawn="1"/>
          </p:nvSpPr>
          <p:spPr>
            <a:xfrm>
              <a:off x="3867878" y="1889462"/>
              <a:ext cx="703825" cy="719246"/>
            </a:xfrm>
            <a:custGeom>
              <a:avLst/>
              <a:gdLst>
                <a:gd name="connsiteX0" fmla="*/ 204406 w 343471"/>
                <a:gd name="connsiteY0" fmla="*/ 148685 h 350996"/>
                <a:gd name="connsiteX1" fmla="*/ 332327 w 343471"/>
                <a:gd name="connsiteY1" fmla="*/ 0 h 350996"/>
                <a:gd name="connsiteX2" fmla="*/ 302038 w 343471"/>
                <a:gd name="connsiteY2" fmla="*/ 0 h 350996"/>
                <a:gd name="connsiteX3" fmla="*/ 190976 w 343471"/>
                <a:gd name="connsiteY3" fmla="*/ 129064 h 350996"/>
                <a:gd name="connsiteX4" fmla="*/ 102298 w 343471"/>
                <a:gd name="connsiteY4" fmla="*/ 0 h 350996"/>
                <a:gd name="connsiteX5" fmla="*/ 0 w 343471"/>
                <a:gd name="connsiteY5" fmla="*/ 0 h 350996"/>
                <a:gd name="connsiteX6" fmla="*/ 134112 w 343471"/>
                <a:gd name="connsiteY6" fmla="*/ 195167 h 350996"/>
                <a:gd name="connsiteX7" fmla="*/ 0 w 343471"/>
                <a:gd name="connsiteY7" fmla="*/ 350996 h 350996"/>
                <a:gd name="connsiteX8" fmla="*/ 30289 w 343471"/>
                <a:gd name="connsiteY8" fmla="*/ 350996 h 350996"/>
                <a:gd name="connsiteX9" fmla="*/ 147542 w 343471"/>
                <a:gd name="connsiteY9" fmla="*/ 214694 h 350996"/>
                <a:gd name="connsiteX10" fmla="*/ 241173 w 343471"/>
                <a:gd name="connsiteY10" fmla="*/ 350996 h 350996"/>
                <a:gd name="connsiteX11" fmla="*/ 343471 w 343471"/>
                <a:gd name="connsiteY11" fmla="*/ 350996 h 350996"/>
                <a:gd name="connsiteX12" fmla="*/ 204406 w 343471"/>
                <a:gd name="connsiteY12" fmla="*/ 148590 h 350996"/>
                <a:gd name="connsiteX13" fmla="*/ 204406 w 343471"/>
                <a:gd name="connsiteY13" fmla="*/ 148590 h 350996"/>
                <a:gd name="connsiteX14" fmla="*/ 162973 w 343471"/>
                <a:gd name="connsiteY14" fmla="*/ 196882 h 350996"/>
                <a:gd name="connsiteX15" fmla="*/ 149352 w 343471"/>
                <a:gd name="connsiteY15" fmla="*/ 177451 h 350996"/>
                <a:gd name="connsiteX16" fmla="*/ 41243 w 343471"/>
                <a:gd name="connsiteY16" fmla="*/ 22765 h 350996"/>
                <a:gd name="connsiteX17" fmla="*/ 87821 w 343471"/>
                <a:gd name="connsiteY17" fmla="*/ 22765 h 350996"/>
                <a:gd name="connsiteX18" fmla="*/ 175070 w 343471"/>
                <a:gd name="connsiteY18" fmla="*/ 147542 h 350996"/>
                <a:gd name="connsiteX19" fmla="*/ 188690 w 343471"/>
                <a:gd name="connsiteY19" fmla="*/ 166973 h 350996"/>
                <a:gd name="connsiteX20" fmla="*/ 302133 w 343471"/>
                <a:gd name="connsiteY20" fmla="*/ 329184 h 350996"/>
                <a:gd name="connsiteX21" fmla="*/ 255556 w 343471"/>
                <a:gd name="connsiteY21" fmla="*/ 329184 h 350996"/>
                <a:gd name="connsiteX22" fmla="*/ 162973 w 343471"/>
                <a:gd name="connsiteY22" fmla="*/ 196787 h 350996"/>
                <a:gd name="connsiteX23" fmla="*/ 162973 w 343471"/>
                <a:gd name="connsiteY23" fmla="*/ 196787 h 3509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43471" h="350996">
                  <a:moveTo>
                    <a:pt x="204406" y="148685"/>
                  </a:moveTo>
                  <a:lnTo>
                    <a:pt x="332327" y="0"/>
                  </a:lnTo>
                  <a:lnTo>
                    <a:pt x="302038" y="0"/>
                  </a:lnTo>
                  <a:lnTo>
                    <a:pt x="190976" y="129064"/>
                  </a:lnTo>
                  <a:lnTo>
                    <a:pt x="102298" y="0"/>
                  </a:lnTo>
                  <a:lnTo>
                    <a:pt x="0" y="0"/>
                  </a:lnTo>
                  <a:lnTo>
                    <a:pt x="134112" y="195167"/>
                  </a:lnTo>
                  <a:lnTo>
                    <a:pt x="0" y="350996"/>
                  </a:lnTo>
                  <a:lnTo>
                    <a:pt x="30289" y="350996"/>
                  </a:lnTo>
                  <a:lnTo>
                    <a:pt x="147542" y="214694"/>
                  </a:lnTo>
                  <a:lnTo>
                    <a:pt x="241173" y="350996"/>
                  </a:lnTo>
                  <a:lnTo>
                    <a:pt x="343471" y="350996"/>
                  </a:lnTo>
                  <a:lnTo>
                    <a:pt x="204406" y="148590"/>
                  </a:lnTo>
                  <a:lnTo>
                    <a:pt x="204406" y="148590"/>
                  </a:lnTo>
                  <a:close/>
                  <a:moveTo>
                    <a:pt x="162973" y="196882"/>
                  </a:moveTo>
                  <a:lnTo>
                    <a:pt x="149352" y="177451"/>
                  </a:lnTo>
                  <a:lnTo>
                    <a:pt x="41243" y="22765"/>
                  </a:lnTo>
                  <a:lnTo>
                    <a:pt x="87821" y="22765"/>
                  </a:lnTo>
                  <a:lnTo>
                    <a:pt x="175070" y="147542"/>
                  </a:lnTo>
                  <a:lnTo>
                    <a:pt x="188690" y="166973"/>
                  </a:lnTo>
                  <a:lnTo>
                    <a:pt x="302133" y="329184"/>
                  </a:lnTo>
                  <a:lnTo>
                    <a:pt x="255556" y="329184"/>
                  </a:lnTo>
                  <a:lnTo>
                    <a:pt x="162973" y="196787"/>
                  </a:lnTo>
                  <a:lnTo>
                    <a:pt x="162973" y="196787"/>
                  </a:lnTo>
                  <a:close/>
                </a:path>
              </a:pathLst>
            </a:custGeom>
            <a:solidFill>
              <a:srgbClr val="FFFFFF"/>
            </a:solid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92485170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Summary-3 key points">
    <p:spTree>
      <p:nvGrpSpPr>
        <p:cNvPr id="1" name=""/>
        <p:cNvGrpSpPr/>
        <p:nvPr/>
      </p:nvGrpSpPr>
      <p:grpSpPr>
        <a:xfrm>
          <a:off x="0" y="0"/>
          <a:ext cx="0" cy="0"/>
          <a:chOff x="0" y="0"/>
          <a:chExt cx="0" cy="0"/>
        </a:xfrm>
      </p:grpSpPr>
      <p:pic>
        <p:nvPicPr>
          <p:cNvPr id="17" name="Graphic 285">
            <a:extLst>
              <a:ext uri="{FF2B5EF4-FFF2-40B4-BE49-F238E27FC236}">
                <a16:creationId xmlns:a16="http://schemas.microsoft.com/office/drawing/2014/main" id="{33C27B49-A27E-0D8E-47DA-07C46ED6F876}"/>
              </a:ext>
            </a:extLst>
          </p:cNvPr>
          <p:cNvPicPr>
            <a:picLocks noChangeAspect="1"/>
          </p:cNvPicPr>
          <p:nvPr userDrawn="1"/>
        </p:nvPicPr>
        <p:blipFill>
          <a:blip r:embed="rId2"/>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265D5DB1-B0F4-39A7-9E5F-343BB17944E4}"/>
              </a:ext>
            </a:extLst>
          </p:cNvPr>
          <p:cNvSpPr>
            <a:spLocks noGrp="1"/>
          </p:cNvSpPr>
          <p:nvPr>
            <p:ph type="title" hasCustomPrompt="1"/>
          </p:nvPr>
        </p:nvSpPr>
        <p:spPr>
          <a:xfrm>
            <a:off x="314692" y="365125"/>
            <a:ext cx="11685523" cy="886397"/>
          </a:xfrm>
        </p:spPr>
        <p:txBody>
          <a:bodyPr>
            <a:noAutofit/>
          </a:bodyPr>
          <a:lstStyle>
            <a:lvl1pPr>
              <a:defRPr b="1">
                <a:solidFill>
                  <a:schemeClr val="bg1"/>
                </a:solidFill>
              </a:defRPr>
            </a:lvl1pPr>
          </a:lstStyle>
          <a:p>
            <a:r>
              <a:rPr lang="en-US"/>
              <a:t>One-sentence headline stating the main takeaway message </a:t>
            </a:r>
            <a:br>
              <a:rPr lang="en-US"/>
            </a:br>
            <a:r>
              <a:rPr lang="en-US"/>
              <a:t>for the slide; no longer than two lines </a:t>
            </a:r>
          </a:p>
        </p:txBody>
      </p:sp>
      <p:sp>
        <p:nvSpPr>
          <p:cNvPr id="4" name="Rectangle 6">
            <a:extLst>
              <a:ext uri="{FF2B5EF4-FFF2-40B4-BE49-F238E27FC236}">
                <a16:creationId xmlns:a16="http://schemas.microsoft.com/office/drawing/2014/main" id="{DAF7721B-92F3-10FF-5A89-459D1C6BA969}"/>
              </a:ext>
            </a:extLst>
          </p:cNvPr>
          <p:cNvSpPr>
            <a:spLocks noChangeArrowheads="1"/>
          </p:cNvSpPr>
          <p:nvPr userDrawn="1"/>
        </p:nvSpPr>
        <p:spPr bwMode="auto">
          <a:xfrm flipH="1">
            <a:off x="11526723" y="6576851"/>
            <a:ext cx="280401" cy="152400"/>
          </a:xfrm>
          <a:prstGeom prst="rect">
            <a:avLst/>
          </a:prstGeom>
          <a:noFill/>
          <a:ln w="9525">
            <a:noFill/>
            <a:miter lim="800000"/>
            <a:headEnd/>
            <a:tailEnd/>
          </a:ln>
          <a:effectLst/>
        </p:spPr>
        <p:txBody>
          <a:bodyPr lIns="0" tIns="0" rIns="0" bIns="0"/>
          <a:lstStyle/>
          <a:p>
            <a:pPr algn="ctr" defTabSz="173038">
              <a:lnSpc>
                <a:spcPct val="90000"/>
              </a:lnSpc>
              <a:tabLst>
                <a:tab pos="230188" algn="l"/>
              </a:tabLst>
              <a:defRPr/>
            </a:pPr>
            <a:fld id="{040BB257-551A-4736-B50F-DCF1BA034C06}" type="slidenum">
              <a:rPr lang="en-US" sz="1000" smtClean="0">
                <a:solidFill>
                  <a:schemeClr val="bg1"/>
                </a:solidFill>
                <a:latin typeface="Roboto" panose="02000000000000000000" pitchFamily="2" charset="0"/>
                <a:ea typeface="Roboto" panose="02000000000000000000" pitchFamily="2" charset="0"/>
                <a:cs typeface="Times New Roman" panose="02020603050405020304" pitchFamily="18" charset="0"/>
              </a:rPr>
              <a:pPr algn="ctr" defTabSz="173038">
                <a:lnSpc>
                  <a:spcPct val="90000"/>
                </a:lnSpc>
                <a:tabLst>
                  <a:tab pos="230188" algn="l"/>
                </a:tabLst>
                <a:defRPr/>
              </a:pPr>
              <a:t>‹#›</a:t>
            </a:fld>
            <a:endParaRPr lang="en-US" sz="1000">
              <a:solidFill>
                <a:schemeClr val="bg1"/>
              </a:solidFill>
              <a:latin typeface="Roboto" panose="02000000000000000000" pitchFamily="2" charset="0"/>
              <a:ea typeface="Roboto" panose="02000000000000000000" pitchFamily="2" charset="0"/>
              <a:cs typeface="Times New Roman" panose="02020603050405020304" pitchFamily="18" charset="0"/>
            </a:endParaRPr>
          </a:p>
        </p:txBody>
      </p:sp>
      <p:pic>
        <p:nvPicPr>
          <p:cNvPr id="3" name="Graphic 2">
            <a:extLst>
              <a:ext uri="{FF2B5EF4-FFF2-40B4-BE49-F238E27FC236}">
                <a16:creationId xmlns:a16="http://schemas.microsoft.com/office/drawing/2014/main" id="{0FD5FAFE-F099-74C8-600F-3FEE5ACA26C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314693" y="6431818"/>
            <a:ext cx="1188988" cy="285824"/>
          </a:xfrm>
          <a:prstGeom prst="rect">
            <a:avLst/>
          </a:prstGeom>
        </p:spPr>
      </p:pic>
      <p:sp>
        <p:nvSpPr>
          <p:cNvPr id="6" name="Picture Placeholder 360">
            <a:extLst>
              <a:ext uri="{FF2B5EF4-FFF2-40B4-BE49-F238E27FC236}">
                <a16:creationId xmlns:a16="http://schemas.microsoft.com/office/drawing/2014/main" id="{22CDA623-F17D-C055-60D8-139C9924BE30}"/>
              </a:ext>
            </a:extLst>
          </p:cNvPr>
          <p:cNvSpPr>
            <a:spLocks noGrp="1"/>
          </p:cNvSpPr>
          <p:nvPr>
            <p:ph type="pic" sz="quarter" idx="12"/>
          </p:nvPr>
        </p:nvSpPr>
        <p:spPr>
          <a:xfrm>
            <a:off x="1773908" y="1647919"/>
            <a:ext cx="2393950" cy="2393950"/>
          </a:xfrm>
          <a:solidFill>
            <a:schemeClr val="bg2"/>
          </a:solidFill>
        </p:spPr>
        <p:txBody>
          <a:bodyPr/>
          <a:lstStyle/>
          <a:p>
            <a:r>
              <a:rPr lang="en-US"/>
              <a:t>Click icon to add picture</a:t>
            </a:r>
          </a:p>
        </p:txBody>
      </p:sp>
      <p:sp>
        <p:nvSpPr>
          <p:cNvPr id="7" name="Picture Placeholder 360">
            <a:extLst>
              <a:ext uri="{FF2B5EF4-FFF2-40B4-BE49-F238E27FC236}">
                <a16:creationId xmlns:a16="http://schemas.microsoft.com/office/drawing/2014/main" id="{3347E071-335C-4249-3E65-B4125AADA3C2}"/>
              </a:ext>
            </a:extLst>
          </p:cNvPr>
          <p:cNvSpPr>
            <a:spLocks noGrp="1"/>
          </p:cNvSpPr>
          <p:nvPr>
            <p:ph type="pic" sz="quarter" idx="13"/>
          </p:nvPr>
        </p:nvSpPr>
        <p:spPr>
          <a:xfrm>
            <a:off x="4949380" y="1654993"/>
            <a:ext cx="2393950" cy="2393950"/>
          </a:xfrm>
          <a:solidFill>
            <a:schemeClr val="bg2"/>
          </a:solidFill>
        </p:spPr>
        <p:txBody>
          <a:bodyPr/>
          <a:lstStyle/>
          <a:p>
            <a:r>
              <a:rPr lang="en-US"/>
              <a:t>Click icon to add picture</a:t>
            </a:r>
          </a:p>
        </p:txBody>
      </p:sp>
      <p:sp>
        <p:nvSpPr>
          <p:cNvPr id="8" name="Picture Placeholder 360">
            <a:extLst>
              <a:ext uri="{FF2B5EF4-FFF2-40B4-BE49-F238E27FC236}">
                <a16:creationId xmlns:a16="http://schemas.microsoft.com/office/drawing/2014/main" id="{3FE91602-2738-A673-EBF8-A0ACA14E6531}"/>
              </a:ext>
            </a:extLst>
          </p:cNvPr>
          <p:cNvSpPr>
            <a:spLocks noGrp="1"/>
          </p:cNvSpPr>
          <p:nvPr>
            <p:ph type="pic" sz="quarter" idx="14"/>
          </p:nvPr>
        </p:nvSpPr>
        <p:spPr>
          <a:xfrm>
            <a:off x="8126285" y="1677066"/>
            <a:ext cx="2393950" cy="2393950"/>
          </a:xfrm>
          <a:solidFill>
            <a:schemeClr val="bg2"/>
          </a:solidFill>
        </p:spPr>
        <p:txBody>
          <a:bodyPr/>
          <a:lstStyle/>
          <a:p>
            <a:r>
              <a:rPr lang="en-US"/>
              <a:t>Click icon to add picture</a:t>
            </a:r>
          </a:p>
        </p:txBody>
      </p:sp>
      <p:sp>
        <p:nvSpPr>
          <p:cNvPr id="9" name="Text Placeholder 364">
            <a:extLst>
              <a:ext uri="{FF2B5EF4-FFF2-40B4-BE49-F238E27FC236}">
                <a16:creationId xmlns:a16="http://schemas.microsoft.com/office/drawing/2014/main" id="{9403276D-5FB8-BD3C-65B5-24E0F431ACF3}"/>
              </a:ext>
            </a:extLst>
          </p:cNvPr>
          <p:cNvSpPr>
            <a:spLocks noGrp="1"/>
          </p:cNvSpPr>
          <p:nvPr>
            <p:ph type="body" sz="quarter" idx="15" hasCustomPrompt="1"/>
          </p:nvPr>
        </p:nvSpPr>
        <p:spPr>
          <a:xfrm>
            <a:off x="1773238" y="4209116"/>
            <a:ext cx="2393950" cy="369332"/>
          </a:xfrm>
        </p:spPr>
        <p:txBody>
          <a:bodyPr tIns="91440" bIns="0">
            <a:noAutofit/>
          </a:bodyPr>
          <a:lstStyle>
            <a:lvl1pPr marL="0" indent="0" algn="ctr">
              <a:buNone/>
              <a:defRPr sz="2000" b="1">
                <a:solidFill>
                  <a:schemeClr val="bg1"/>
                </a:solidFill>
              </a:defRPr>
            </a:lvl1pPr>
            <a:lvl2pPr marL="457200" indent="0" algn="ctr">
              <a:buNone/>
              <a:defRPr sz="2000" b="1">
                <a:solidFill>
                  <a:schemeClr val="bg1"/>
                </a:solidFill>
              </a:defRPr>
            </a:lvl2pPr>
            <a:lvl3pPr marL="914400" indent="0" algn="ctr">
              <a:buNone/>
              <a:defRPr sz="2000" b="1">
                <a:solidFill>
                  <a:schemeClr val="bg1"/>
                </a:solidFill>
              </a:defRPr>
            </a:lvl3pPr>
            <a:lvl4pPr marL="1371600" indent="0" algn="ctr">
              <a:buNone/>
              <a:defRPr sz="2000" b="1">
                <a:solidFill>
                  <a:schemeClr val="bg1"/>
                </a:solidFill>
              </a:defRPr>
            </a:lvl4pPr>
            <a:lvl5pPr marL="1828800" indent="0" algn="ctr">
              <a:buNone/>
              <a:defRPr sz="2000" b="1">
                <a:solidFill>
                  <a:schemeClr val="bg1"/>
                </a:solidFill>
              </a:defRPr>
            </a:lvl5pPr>
          </a:lstStyle>
          <a:p>
            <a:pPr lvl="0"/>
            <a:r>
              <a:rPr lang="en-US"/>
              <a:t>Supporting point 1</a:t>
            </a:r>
          </a:p>
        </p:txBody>
      </p:sp>
      <p:sp>
        <p:nvSpPr>
          <p:cNvPr id="10" name="Text Placeholder 364">
            <a:extLst>
              <a:ext uri="{FF2B5EF4-FFF2-40B4-BE49-F238E27FC236}">
                <a16:creationId xmlns:a16="http://schemas.microsoft.com/office/drawing/2014/main" id="{DEAD8E05-AA79-AD7E-E31D-26EE870F8371}"/>
              </a:ext>
            </a:extLst>
          </p:cNvPr>
          <p:cNvSpPr>
            <a:spLocks noGrp="1"/>
          </p:cNvSpPr>
          <p:nvPr>
            <p:ph type="body" sz="quarter" idx="16" hasCustomPrompt="1"/>
          </p:nvPr>
        </p:nvSpPr>
        <p:spPr>
          <a:xfrm>
            <a:off x="4949380" y="4209116"/>
            <a:ext cx="2393950" cy="369332"/>
          </a:xfrm>
        </p:spPr>
        <p:txBody>
          <a:bodyPr tIns="91440" bIns="0">
            <a:noAutofit/>
          </a:bodyPr>
          <a:lstStyle>
            <a:lvl1pPr marL="0" indent="0" algn="ctr">
              <a:buNone/>
              <a:defRPr sz="2000" b="1">
                <a:solidFill>
                  <a:schemeClr val="bg1"/>
                </a:solidFill>
              </a:defRPr>
            </a:lvl1pPr>
            <a:lvl2pPr marL="457200" indent="0" algn="ctr">
              <a:buNone/>
              <a:defRPr sz="2000" b="1">
                <a:solidFill>
                  <a:schemeClr val="bg1"/>
                </a:solidFill>
              </a:defRPr>
            </a:lvl2pPr>
            <a:lvl3pPr marL="914400" indent="0" algn="ctr">
              <a:buNone/>
              <a:defRPr sz="2000" b="1">
                <a:solidFill>
                  <a:schemeClr val="bg1"/>
                </a:solidFill>
              </a:defRPr>
            </a:lvl3pPr>
            <a:lvl4pPr marL="1371600" indent="0" algn="ctr">
              <a:buNone/>
              <a:defRPr sz="2000" b="1">
                <a:solidFill>
                  <a:schemeClr val="bg1"/>
                </a:solidFill>
              </a:defRPr>
            </a:lvl4pPr>
            <a:lvl5pPr marL="1828800" indent="0" algn="ctr">
              <a:buNone/>
              <a:defRPr sz="2000" b="1">
                <a:solidFill>
                  <a:schemeClr val="bg1"/>
                </a:solidFill>
              </a:defRPr>
            </a:lvl5pPr>
          </a:lstStyle>
          <a:p>
            <a:pPr lvl="0"/>
            <a:r>
              <a:rPr lang="en-US"/>
              <a:t>Supporting point 2</a:t>
            </a:r>
          </a:p>
        </p:txBody>
      </p:sp>
      <p:sp>
        <p:nvSpPr>
          <p:cNvPr id="11" name="Text Placeholder 364">
            <a:extLst>
              <a:ext uri="{FF2B5EF4-FFF2-40B4-BE49-F238E27FC236}">
                <a16:creationId xmlns:a16="http://schemas.microsoft.com/office/drawing/2014/main" id="{A7759041-293D-A1CE-7012-E2391337B1E4}"/>
              </a:ext>
            </a:extLst>
          </p:cNvPr>
          <p:cNvSpPr>
            <a:spLocks noGrp="1"/>
          </p:cNvSpPr>
          <p:nvPr>
            <p:ph type="body" sz="quarter" idx="17" hasCustomPrompt="1"/>
          </p:nvPr>
        </p:nvSpPr>
        <p:spPr>
          <a:xfrm>
            <a:off x="8126285" y="4209116"/>
            <a:ext cx="2393950" cy="369332"/>
          </a:xfrm>
        </p:spPr>
        <p:txBody>
          <a:bodyPr tIns="91440" bIns="0">
            <a:noAutofit/>
          </a:bodyPr>
          <a:lstStyle>
            <a:lvl1pPr marL="0" indent="0" algn="ctr">
              <a:buNone/>
              <a:defRPr sz="2000" b="1">
                <a:solidFill>
                  <a:schemeClr val="bg1"/>
                </a:solidFill>
              </a:defRPr>
            </a:lvl1pPr>
            <a:lvl2pPr marL="457200" indent="0" algn="ctr">
              <a:buNone/>
              <a:defRPr sz="2000" b="1">
                <a:solidFill>
                  <a:schemeClr val="bg1"/>
                </a:solidFill>
              </a:defRPr>
            </a:lvl2pPr>
            <a:lvl3pPr marL="914400" indent="0" algn="ctr">
              <a:buNone/>
              <a:defRPr sz="2000" b="1">
                <a:solidFill>
                  <a:schemeClr val="bg1"/>
                </a:solidFill>
              </a:defRPr>
            </a:lvl3pPr>
            <a:lvl4pPr marL="1371600" indent="0" algn="ctr">
              <a:buNone/>
              <a:defRPr sz="2000" b="1">
                <a:solidFill>
                  <a:schemeClr val="bg1"/>
                </a:solidFill>
              </a:defRPr>
            </a:lvl4pPr>
            <a:lvl5pPr marL="1828800" indent="0" algn="ctr">
              <a:buNone/>
              <a:defRPr sz="2000" b="1">
                <a:solidFill>
                  <a:schemeClr val="bg1"/>
                </a:solidFill>
              </a:defRPr>
            </a:lvl5pPr>
          </a:lstStyle>
          <a:p>
            <a:pPr lvl="0"/>
            <a:r>
              <a:rPr lang="en-US"/>
              <a:t>Supporting point 3</a:t>
            </a:r>
          </a:p>
        </p:txBody>
      </p:sp>
    </p:spTree>
    <p:extLst>
      <p:ext uri="{BB962C8B-B14F-4D97-AF65-F5344CB8AC3E}">
        <p14:creationId xmlns:p14="http://schemas.microsoft.com/office/powerpoint/2010/main" val="65279324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Hexagon custom">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9AAFC910-D2D4-C5E3-4A8E-DB371D1637FC}"/>
              </a:ext>
            </a:extLst>
          </p:cNvPr>
          <p:cNvSpPr>
            <a:spLocks noGrp="1"/>
          </p:cNvSpPr>
          <p:nvPr>
            <p:ph type="pic" sz="quarter" idx="13"/>
          </p:nvPr>
        </p:nvSpPr>
        <p:spPr>
          <a:xfrm>
            <a:off x="5139371" y="-23484"/>
            <a:ext cx="6737350" cy="6865418"/>
          </a:xfrm>
          <a:custGeom>
            <a:avLst/>
            <a:gdLst>
              <a:gd name="connsiteX0" fmla="*/ 4765422 w 6737350"/>
              <a:gd name="connsiteY0" fmla="*/ 5955463 h 6865418"/>
              <a:gd name="connsiteX1" fmla="*/ 6080062 w 6737350"/>
              <a:gd name="connsiteY1" fmla="*/ 5955463 h 6865418"/>
              <a:gd name="connsiteX2" fmla="*/ 6604382 w 6737350"/>
              <a:gd name="connsiteY2" fmla="*/ 6863640 h 6865418"/>
              <a:gd name="connsiteX3" fmla="*/ 4240721 w 6737350"/>
              <a:gd name="connsiteY3" fmla="*/ 6864212 h 6865418"/>
              <a:gd name="connsiteX4" fmla="*/ 2712846 w 6737350"/>
              <a:gd name="connsiteY4" fmla="*/ 4762425 h 6865418"/>
              <a:gd name="connsiteX5" fmla="*/ 4027487 w 6737350"/>
              <a:gd name="connsiteY5" fmla="*/ 4762425 h 6865418"/>
              <a:gd name="connsiteX6" fmla="*/ 4684776 w 6737350"/>
              <a:gd name="connsiteY6" fmla="*/ 5900917 h 6865418"/>
              <a:gd name="connsiteX7" fmla="*/ 4128579 w 6737350"/>
              <a:gd name="connsiteY7" fmla="*/ 6864339 h 6865418"/>
              <a:gd name="connsiteX8" fmla="*/ 2612326 w 6737350"/>
              <a:gd name="connsiteY8" fmla="*/ 6865418 h 6865418"/>
              <a:gd name="connsiteX9" fmla="*/ 2055495 w 6737350"/>
              <a:gd name="connsiteY9" fmla="*/ 5900917 h 6865418"/>
              <a:gd name="connsiteX10" fmla="*/ 4765421 w 6737350"/>
              <a:gd name="connsiteY10" fmla="*/ 3584563 h 6865418"/>
              <a:gd name="connsiteX11" fmla="*/ 6080061 w 6737350"/>
              <a:gd name="connsiteY11" fmla="*/ 3584563 h 6865418"/>
              <a:gd name="connsiteX12" fmla="*/ 6737350 w 6737350"/>
              <a:gd name="connsiteY12" fmla="*/ 4723055 h 6865418"/>
              <a:gd name="connsiteX13" fmla="*/ 6080061 w 6737350"/>
              <a:gd name="connsiteY13" fmla="*/ 5861546 h 6865418"/>
              <a:gd name="connsiteX14" fmla="*/ 4765421 w 6737350"/>
              <a:gd name="connsiteY14" fmla="*/ 5861546 h 6865418"/>
              <a:gd name="connsiteX15" fmla="*/ 4108069 w 6737350"/>
              <a:gd name="connsiteY15" fmla="*/ 4723055 h 6865418"/>
              <a:gd name="connsiteX16" fmla="*/ 2712846 w 6737350"/>
              <a:gd name="connsiteY16" fmla="*/ 2395463 h 6865418"/>
              <a:gd name="connsiteX17" fmla="*/ 4027487 w 6737350"/>
              <a:gd name="connsiteY17" fmla="*/ 2395463 h 6865418"/>
              <a:gd name="connsiteX18" fmla="*/ 4684776 w 6737350"/>
              <a:gd name="connsiteY18" fmla="*/ 3533955 h 6865418"/>
              <a:gd name="connsiteX19" fmla="*/ 4027487 w 6737350"/>
              <a:gd name="connsiteY19" fmla="*/ 4672446 h 6865418"/>
              <a:gd name="connsiteX20" fmla="*/ 2712846 w 6737350"/>
              <a:gd name="connsiteY20" fmla="*/ 4672446 h 6865418"/>
              <a:gd name="connsiteX21" fmla="*/ 2055495 w 6737350"/>
              <a:gd name="connsiteY21" fmla="*/ 3533955 h 6865418"/>
              <a:gd name="connsiteX22" fmla="*/ 657289 w 6737350"/>
              <a:gd name="connsiteY22" fmla="*/ 1217538 h 6865418"/>
              <a:gd name="connsiteX23" fmla="*/ 1971929 w 6737350"/>
              <a:gd name="connsiteY23" fmla="*/ 1217538 h 6865418"/>
              <a:gd name="connsiteX24" fmla="*/ 2629281 w 6737350"/>
              <a:gd name="connsiteY24" fmla="*/ 2356092 h 6865418"/>
              <a:gd name="connsiteX25" fmla="*/ 1971929 w 6737350"/>
              <a:gd name="connsiteY25" fmla="*/ 3494584 h 6865418"/>
              <a:gd name="connsiteX26" fmla="*/ 657289 w 6737350"/>
              <a:gd name="connsiteY26" fmla="*/ 3494584 h 6865418"/>
              <a:gd name="connsiteX27" fmla="*/ 0 w 6737350"/>
              <a:gd name="connsiteY27" fmla="*/ 2356092 h 6865418"/>
              <a:gd name="connsiteX28" fmla="*/ 4765421 w 6737350"/>
              <a:gd name="connsiteY28" fmla="*/ 1217537 h 6865418"/>
              <a:gd name="connsiteX29" fmla="*/ 6080061 w 6737350"/>
              <a:gd name="connsiteY29" fmla="*/ 1217537 h 6865418"/>
              <a:gd name="connsiteX30" fmla="*/ 6737350 w 6737350"/>
              <a:gd name="connsiteY30" fmla="*/ 2356092 h 6865418"/>
              <a:gd name="connsiteX31" fmla="*/ 6080061 w 6737350"/>
              <a:gd name="connsiteY31" fmla="*/ 3494584 h 6865418"/>
              <a:gd name="connsiteX32" fmla="*/ 4765421 w 6737350"/>
              <a:gd name="connsiteY32" fmla="*/ 3494584 h 6865418"/>
              <a:gd name="connsiteX33" fmla="*/ 4108069 w 6737350"/>
              <a:gd name="connsiteY33" fmla="*/ 2356092 h 6865418"/>
              <a:gd name="connsiteX34" fmla="*/ 2712846 w 6737350"/>
              <a:gd name="connsiteY34" fmla="*/ 39549 h 6865418"/>
              <a:gd name="connsiteX35" fmla="*/ 4027487 w 6737350"/>
              <a:gd name="connsiteY35" fmla="*/ 39549 h 6865418"/>
              <a:gd name="connsiteX36" fmla="*/ 4684776 w 6737350"/>
              <a:gd name="connsiteY36" fmla="*/ 1178041 h 6865418"/>
              <a:gd name="connsiteX37" fmla="*/ 4027487 w 6737350"/>
              <a:gd name="connsiteY37" fmla="*/ 2316532 h 6865418"/>
              <a:gd name="connsiteX38" fmla="*/ 2712846 w 6737350"/>
              <a:gd name="connsiteY38" fmla="*/ 2316532 h 6865418"/>
              <a:gd name="connsiteX39" fmla="*/ 2055495 w 6737350"/>
              <a:gd name="connsiteY39" fmla="*/ 1178041 h 6865418"/>
              <a:gd name="connsiteX40" fmla="*/ 13492 w 6737350"/>
              <a:gd name="connsiteY40" fmla="*/ 0 h 6865418"/>
              <a:gd name="connsiteX41" fmla="*/ 2631396 w 6737350"/>
              <a:gd name="connsiteY41" fmla="*/ 13447 h 6865418"/>
              <a:gd name="connsiteX42" fmla="*/ 1973010 w 6737350"/>
              <a:gd name="connsiteY42" fmla="*/ 1137655 h 6865418"/>
              <a:gd name="connsiteX43" fmla="*/ 658369 w 6737350"/>
              <a:gd name="connsiteY43" fmla="*/ 1137655 h 68654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6737350" h="6865418">
                <a:moveTo>
                  <a:pt x="4765422" y="5955463"/>
                </a:moveTo>
                <a:lnTo>
                  <a:pt x="6080062" y="5955463"/>
                </a:lnTo>
                <a:lnTo>
                  <a:pt x="6604382" y="6863640"/>
                </a:lnTo>
                <a:lnTo>
                  <a:pt x="4240721" y="6864212"/>
                </a:lnTo>
                <a:close/>
                <a:moveTo>
                  <a:pt x="2712846" y="4762425"/>
                </a:moveTo>
                <a:lnTo>
                  <a:pt x="4027487" y="4762425"/>
                </a:lnTo>
                <a:lnTo>
                  <a:pt x="4684776" y="5900917"/>
                </a:lnTo>
                <a:lnTo>
                  <a:pt x="4128579" y="6864339"/>
                </a:lnTo>
                <a:lnTo>
                  <a:pt x="2612326" y="6865418"/>
                </a:lnTo>
                <a:lnTo>
                  <a:pt x="2055495" y="5900917"/>
                </a:lnTo>
                <a:close/>
                <a:moveTo>
                  <a:pt x="4765421" y="3584563"/>
                </a:moveTo>
                <a:lnTo>
                  <a:pt x="6080061" y="3584563"/>
                </a:lnTo>
                <a:lnTo>
                  <a:pt x="6737350" y="4723055"/>
                </a:lnTo>
                <a:lnTo>
                  <a:pt x="6080061" y="5861546"/>
                </a:lnTo>
                <a:lnTo>
                  <a:pt x="4765421" y="5861546"/>
                </a:lnTo>
                <a:lnTo>
                  <a:pt x="4108069" y="4723055"/>
                </a:lnTo>
                <a:close/>
                <a:moveTo>
                  <a:pt x="2712846" y="2395463"/>
                </a:moveTo>
                <a:lnTo>
                  <a:pt x="4027487" y="2395463"/>
                </a:lnTo>
                <a:lnTo>
                  <a:pt x="4684776" y="3533955"/>
                </a:lnTo>
                <a:lnTo>
                  <a:pt x="4027487" y="4672446"/>
                </a:lnTo>
                <a:lnTo>
                  <a:pt x="2712846" y="4672446"/>
                </a:lnTo>
                <a:lnTo>
                  <a:pt x="2055495" y="3533955"/>
                </a:lnTo>
                <a:close/>
                <a:moveTo>
                  <a:pt x="657289" y="1217538"/>
                </a:moveTo>
                <a:lnTo>
                  <a:pt x="1971929" y="1217538"/>
                </a:lnTo>
                <a:lnTo>
                  <a:pt x="2629281" y="2356092"/>
                </a:lnTo>
                <a:lnTo>
                  <a:pt x="1971929" y="3494584"/>
                </a:lnTo>
                <a:lnTo>
                  <a:pt x="657289" y="3494584"/>
                </a:lnTo>
                <a:lnTo>
                  <a:pt x="0" y="2356092"/>
                </a:lnTo>
                <a:close/>
                <a:moveTo>
                  <a:pt x="4765421" y="1217537"/>
                </a:moveTo>
                <a:lnTo>
                  <a:pt x="6080061" y="1217537"/>
                </a:lnTo>
                <a:lnTo>
                  <a:pt x="6737350" y="2356092"/>
                </a:lnTo>
                <a:lnTo>
                  <a:pt x="6080061" y="3494584"/>
                </a:lnTo>
                <a:lnTo>
                  <a:pt x="4765421" y="3494584"/>
                </a:lnTo>
                <a:lnTo>
                  <a:pt x="4108069" y="2356092"/>
                </a:lnTo>
                <a:close/>
                <a:moveTo>
                  <a:pt x="2712846" y="39549"/>
                </a:moveTo>
                <a:lnTo>
                  <a:pt x="4027487" y="39549"/>
                </a:lnTo>
                <a:lnTo>
                  <a:pt x="4684776" y="1178041"/>
                </a:lnTo>
                <a:lnTo>
                  <a:pt x="4027487" y="2316532"/>
                </a:lnTo>
                <a:lnTo>
                  <a:pt x="2712846" y="2316532"/>
                </a:lnTo>
                <a:lnTo>
                  <a:pt x="2055495" y="1178041"/>
                </a:lnTo>
                <a:close/>
                <a:moveTo>
                  <a:pt x="13492" y="0"/>
                </a:moveTo>
                <a:lnTo>
                  <a:pt x="2631396" y="13447"/>
                </a:lnTo>
                <a:lnTo>
                  <a:pt x="1973010" y="1137655"/>
                </a:lnTo>
                <a:lnTo>
                  <a:pt x="658369" y="1137655"/>
                </a:lnTo>
                <a:close/>
              </a:path>
            </a:pathLst>
          </a:custGeom>
        </p:spPr>
        <p:txBody>
          <a:bodyPr wrap="square">
            <a:noAutofit/>
          </a:bodyPr>
          <a:lstStyle/>
          <a:p>
            <a:r>
              <a:rPr lang="en-US"/>
              <a:t>Click icon to add picture</a:t>
            </a:r>
          </a:p>
        </p:txBody>
      </p:sp>
      <p:sp>
        <p:nvSpPr>
          <p:cNvPr id="2" name="Title 1">
            <a:extLst>
              <a:ext uri="{FF2B5EF4-FFF2-40B4-BE49-F238E27FC236}">
                <a16:creationId xmlns:a16="http://schemas.microsoft.com/office/drawing/2014/main" id="{B6D7CE54-A067-C608-8071-D9BFAF60EA84}"/>
              </a:ext>
            </a:extLst>
          </p:cNvPr>
          <p:cNvSpPr>
            <a:spLocks noGrp="1"/>
          </p:cNvSpPr>
          <p:nvPr>
            <p:ph type="title" hasCustomPrompt="1"/>
          </p:nvPr>
        </p:nvSpPr>
        <p:spPr>
          <a:xfrm>
            <a:off x="314693" y="365125"/>
            <a:ext cx="4412934" cy="1772793"/>
          </a:xfrm>
        </p:spPr>
        <p:txBody>
          <a:bodyPr anchor="t" anchorCtr="0">
            <a:noAutofit/>
          </a:bodyPr>
          <a:lstStyle/>
          <a:p>
            <a:r>
              <a:rPr lang="en-US"/>
              <a:t>One-sentence headline stating the main takeaway message </a:t>
            </a:r>
            <a:br>
              <a:rPr lang="en-US"/>
            </a:br>
            <a:r>
              <a:rPr lang="en-US"/>
              <a:t>for the slide</a:t>
            </a:r>
          </a:p>
        </p:txBody>
      </p:sp>
      <p:sp>
        <p:nvSpPr>
          <p:cNvPr id="3" name="Content Placeholder 2">
            <a:extLst>
              <a:ext uri="{FF2B5EF4-FFF2-40B4-BE49-F238E27FC236}">
                <a16:creationId xmlns:a16="http://schemas.microsoft.com/office/drawing/2014/main" id="{92B9DD14-4659-B8FE-84E6-93F5C544420C}"/>
              </a:ext>
            </a:extLst>
          </p:cNvPr>
          <p:cNvSpPr>
            <a:spLocks noGrp="1"/>
          </p:cNvSpPr>
          <p:nvPr>
            <p:ph sz="half" idx="1" hasCustomPrompt="1"/>
          </p:nvPr>
        </p:nvSpPr>
        <p:spPr>
          <a:xfrm>
            <a:off x="314693" y="2514601"/>
            <a:ext cx="4412934" cy="3756990"/>
          </a:xfrm>
        </p:spPr>
        <p:txBody>
          <a:bodyPr anchor="t" anchorCtr="0">
            <a:noAutofit/>
          </a:bodyPr>
          <a:lstStyle>
            <a:lvl1pPr marL="0" indent="0">
              <a:buNone/>
              <a:defRPr sz="2000"/>
            </a:lvl1pPr>
          </a:lstStyle>
          <a:p>
            <a:r>
              <a:rPr lang="en-US"/>
              <a:t>Supporting point 1 </a:t>
            </a:r>
            <a:br>
              <a:rPr lang="en-US"/>
            </a:br>
            <a:r>
              <a:rPr lang="en-US"/>
              <a:t>Supporting point 2</a:t>
            </a:r>
            <a:br>
              <a:rPr lang="en-US"/>
            </a:br>
            <a:r>
              <a:rPr lang="en-US"/>
              <a:t>Supporting point 3</a:t>
            </a:r>
          </a:p>
        </p:txBody>
      </p:sp>
    </p:spTree>
    <p:extLst>
      <p:ext uri="{BB962C8B-B14F-4D97-AF65-F5344CB8AC3E}">
        <p14:creationId xmlns:p14="http://schemas.microsoft.com/office/powerpoint/2010/main" val="355420315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Summary - ORNL">
    <p:spTree>
      <p:nvGrpSpPr>
        <p:cNvPr id="1" name=""/>
        <p:cNvGrpSpPr/>
        <p:nvPr/>
      </p:nvGrpSpPr>
      <p:grpSpPr>
        <a:xfrm>
          <a:off x="0" y="0"/>
          <a:ext cx="0" cy="0"/>
          <a:chOff x="0" y="0"/>
          <a:chExt cx="0" cy="0"/>
        </a:xfrm>
      </p:grpSpPr>
      <p:pic>
        <p:nvPicPr>
          <p:cNvPr id="3" name="Graphic 285">
            <a:extLst>
              <a:ext uri="{FF2B5EF4-FFF2-40B4-BE49-F238E27FC236}">
                <a16:creationId xmlns:a16="http://schemas.microsoft.com/office/drawing/2014/main" id="{89B1F087-DF83-09A8-95A1-156B3E903116}"/>
              </a:ext>
            </a:extLst>
          </p:cNvPr>
          <p:cNvPicPr>
            <a:picLocks noChangeAspect="1"/>
          </p:cNvPicPr>
          <p:nvPr userDrawn="1"/>
        </p:nvPicPr>
        <p:blipFill>
          <a:blip r:embed="rId2"/>
          <a:srcRect/>
          <a:stretch/>
        </p:blipFill>
        <p:spPr>
          <a:xfrm>
            <a:off x="0" y="0"/>
            <a:ext cx="12192000" cy="6858000"/>
          </a:xfrm>
          <a:prstGeom prst="rect">
            <a:avLst/>
          </a:prstGeom>
        </p:spPr>
      </p:pic>
      <p:grpSp>
        <p:nvGrpSpPr>
          <p:cNvPr id="2" name="Group 1">
            <a:extLst>
              <a:ext uri="{FF2B5EF4-FFF2-40B4-BE49-F238E27FC236}">
                <a16:creationId xmlns:a16="http://schemas.microsoft.com/office/drawing/2014/main" id="{CE6F3ADE-A89C-6520-CF9E-35DBBF658006}"/>
              </a:ext>
            </a:extLst>
          </p:cNvPr>
          <p:cNvGrpSpPr/>
          <p:nvPr userDrawn="1"/>
        </p:nvGrpSpPr>
        <p:grpSpPr>
          <a:xfrm>
            <a:off x="4258364" y="5999147"/>
            <a:ext cx="3675272" cy="369332"/>
            <a:chOff x="2384568" y="6390825"/>
            <a:chExt cx="3439954" cy="345685"/>
          </a:xfrm>
        </p:grpSpPr>
        <p:pic>
          <p:nvPicPr>
            <p:cNvPr id="5" name="Graphic 4">
              <a:extLst>
                <a:ext uri="{FF2B5EF4-FFF2-40B4-BE49-F238E27FC236}">
                  <a16:creationId xmlns:a16="http://schemas.microsoft.com/office/drawing/2014/main" id="{01B8E79D-B334-5A32-32FE-8CC93A632AD2}"/>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2384568" y="6424653"/>
              <a:ext cx="1103769" cy="278048"/>
            </a:xfrm>
            <a:prstGeom prst="rect">
              <a:avLst/>
            </a:prstGeom>
          </p:spPr>
        </p:pic>
        <p:sp>
          <p:nvSpPr>
            <p:cNvPr id="6" name="TextBox 5">
              <a:extLst>
                <a:ext uri="{FF2B5EF4-FFF2-40B4-BE49-F238E27FC236}">
                  <a16:creationId xmlns:a16="http://schemas.microsoft.com/office/drawing/2014/main" id="{724FEE0D-24E7-9F86-60D8-E8982B5DB295}"/>
                </a:ext>
              </a:extLst>
            </p:cNvPr>
            <p:cNvSpPr txBox="1"/>
            <p:nvPr userDrawn="1"/>
          </p:nvSpPr>
          <p:spPr>
            <a:xfrm>
              <a:off x="3588247" y="6390825"/>
              <a:ext cx="2236275" cy="345685"/>
            </a:xfrm>
            <a:prstGeom prst="rect">
              <a:avLst/>
            </a:prstGeom>
            <a:noFill/>
          </p:spPr>
          <p:txBody>
            <a:bodyPr wrap="square" rtlCol="0">
              <a:spAutoFit/>
            </a:bodyPr>
            <a:lstStyle/>
            <a:p>
              <a:r>
                <a:rPr lang="en-US" sz="900" b="0">
                  <a:solidFill>
                    <a:schemeClr val="bg1"/>
                  </a:solidFill>
                  <a:latin typeface="Roboto" panose="02000000000000000000" pitchFamily="2" charset="0"/>
                  <a:ea typeface="Roboto" panose="02000000000000000000" pitchFamily="2" charset="0"/>
                </a:rPr>
                <a:t>ORNL IS MANAGED BY UT-BATTELLE LLC </a:t>
              </a:r>
              <a:br>
                <a:rPr lang="en-US" sz="900" b="0">
                  <a:solidFill>
                    <a:schemeClr val="bg1"/>
                  </a:solidFill>
                  <a:latin typeface="Roboto" panose="02000000000000000000" pitchFamily="2" charset="0"/>
                  <a:ea typeface="Roboto" panose="02000000000000000000" pitchFamily="2" charset="0"/>
                </a:rPr>
              </a:br>
              <a:r>
                <a:rPr lang="en-US" sz="900" b="0">
                  <a:solidFill>
                    <a:schemeClr val="bg1"/>
                  </a:solidFill>
                  <a:latin typeface="Roboto" panose="02000000000000000000" pitchFamily="2" charset="0"/>
                  <a:ea typeface="Roboto" panose="02000000000000000000" pitchFamily="2" charset="0"/>
                </a:rPr>
                <a:t>FOR THE US DEPARTMENT OF ENERGY</a:t>
              </a:r>
            </a:p>
          </p:txBody>
        </p:sp>
      </p:grpSp>
      <p:pic>
        <p:nvPicPr>
          <p:cNvPr id="37" name="Graphic 36">
            <a:extLst>
              <a:ext uri="{FF2B5EF4-FFF2-40B4-BE49-F238E27FC236}">
                <a16:creationId xmlns:a16="http://schemas.microsoft.com/office/drawing/2014/main" id="{5CAC3282-DC62-4A2A-767F-48373E113E97}"/>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3209255" y="2735048"/>
            <a:ext cx="5773490" cy="1387904"/>
          </a:xfrm>
          <a:prstGeom prst="rect">
            <a:avLst/>
          </a:prstGeom>
        </p:spPr>
      </p:pic>
    </p:spTree>
    <p:extLst>
      <p:ext uri="{BB962C8B-B14F-4D97-AF65-F5344CB8AC3E}">
        <p14:creationId xmlns:p14="http://schemas.microsoft.com/office/powerpoint/2010/main" val="175415478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ext slide">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697F5FE8-EEC7-67B2-23CA-6317A09EC1C3}"/>
              </a:ext>
            </a:extLst>
          </p:cNvPr>
          <p:cNvCxnSpPr/>
          <p:nvPr userDrawn="1"/>
        </p:nvCxnSpPr>
        <p:spPr>
          <a:xfrm>
            <a:off x="457200" y="0"/>
            <a:ext cx="0" cy="6858000"/>
          </a:xfrm>
          <a:prstGeom prst="line">
            <a:avLst/>
          </a:prstGeom>
          <a:ln w="19050">
            <a:solidFill>
              <a:srgbClr val="BA0C2F"/>
            </a:solidFill>
          </a:ln>
        </p:spPr>
        <p:style>
          <a:lnRef idx="1">
            <a:schemeClr val="accent1"/>
          </a:lnRef>
          <a:fillRef idx="0">
            <a:schemeClr val="accent1"/>
          </a:fillRef>
          <a:effectRef idx="0">
            <a:schemeClr val="accent1"/>
          </a:effectRef>
          <a:fontRef idx="minor">
            <a:schemeClr val="tx1"/>
          </a:fontRef>
        </p:style>
      </p:cxnSp>
      <p:pic>
        <p:nvPicPr>
          <p:cNvPr id="8" name="Picture 7" descr="A red rectangular object with black border&#10;&#10;Description automatically generated with low confidence">
            <a:extLst>
              <a:ext uri="{FF2B5EF4-FFF2-40B4-BE49-F238E27FC236}">
                <a16:creationId xmlns:a16="http://schemas.microsoft.com/office/drawing/2014/main" id="{67EBD65F-7A79-9652-F7C1-6641D58BB6E4}"/>
              </a:ext>
            </a:extLst>
          </p:cNvPr>
          <p:cNvPicPr>
            <a:picLocks noChangeAspect="1"/>
          </p:cNvPicPr>
          <p:nvPr userDrawn="1"/>
        </p:nvPicPr>
        <p:blipFill>
          <a:blip r:embed="rId2"/>
          <a:stretch>
            <a:fillRect/>
          </a:stretch>
        </p:blipFill>
        <p:spPr>
          <a:xfrm>
            <a:off x="351596" y="212863"/>
            <a:ext cx="211207" cy="306848"/>
          </a:xfrm>
          <a:prstGeom prst="rect">
            <a:avLst/>
          </a:prstGeom>
        </p:spPr>
      </p:pic>
      <p:sp>
        <p:nvSpPr>
          <p:cNvPr id="9" name="Rectangle 8">
            <a:extLst>
              <a:ext uri="{FF2B5EF4-FFF2-40B4-BE49-F238E27FC236}">
                <a16:creationId xmlns:a16="http://schemas.microsoft.com/office/drawing/2014/main" id="{44590B2B-7207-6B40-ABBA-4951494CE346}"/>
              </a:ext>
            </a:extLst>
          </p:cNvPr>
          <p:cNvSpPr/>
          <p:nvPr userDrawn="1"/>
        </p:nvSpPr>
        <p:spPr>
          <a:xfrm>
            <a:off x="0" y="6190735"/>
            <a:ext cx="12192000" cy="667265"/>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BB0CC98B-0236-D532-64F0-10F93006B782}"/>
              </a:ext>
            </a:extLst>
          </p:cNvPr>
          <p:cNvPicPr>
            <a:picLocks noChangeAspect="1"/>
          </p:cNvPicPr>
          <p:nvPr userDrawn="1"/>
        </p:nvPicPr>
        <p:blipFill>
          <a:blip r:embed="rId3"/>
          <a:stretch>
            <a:fillRect/>
          </a:stretch>
        </p:blipFill>
        <p:spPr>
          <a:xfrm>
            <a:off x="7980405" y="6298064"/>
            <a:ext cx="3989897" cy="452606"/>
          </a:xfrm>
          <a:prstGeom prst="rect">
            <a:avLst/>
          </a:prstGeom>
        </p:spPr>
      </p:pic>
      <p:sp>
        <p:nvSpPr>
          <p:cNvPr id="11" name="Text Placeholder 18">
            <a:extLst>
              <a:ext uri="{FF2B5EF4-FFF2-40B4-BE49-F238E27FC236}">
                <a16:creationId xmlns:a16="http://schemas.microsoft.com/office/drawing/2014/main" id="{7F54ED46-1EA9-A562-A3EA-59063A471965}"/>
              </a:ext>
            </a:extLst>
          </p:cNvPr>
          <p:cNvSpPr>
            <a:spLocks noGrp="1"/>
          </p:cNvSpPr>
          <p:nvPr>
            <p:ph type="body" sz="quarter" idx="14" hasCustomPrompt="1"/>
          </p:nvPr>
        </p:nvSpPr>
        <p:spPr>
          <a:xfrm>
            <a:off x="646046" y="342521"/>
            <a:ext cx="11099864" cy="801687"/>
          </a:xfrm>
        </p:spPr>
        <p:txBody>
          <a:bodyPr anchor="b">
            <a:normAutofit/>
          </a:bodyPr>
          <a:lstStyle>
            <a:lvl1pPr marL="0" indent="0">
              <a:buNone/>
              <a:defRPr sz="4000" b="1" i="0">
                <a:solidFill>
                  <a:srgbClr val="BA0C2F"/>
                </a:solidFill>
                <a:latin typeface="Arial" panose="020B0604020202020204" pitchFamily="34" charset="0"/>
                <a:cs typeface="Arial" panose="020B0604020202020204" pitchFamily="34" charset="0"/>
              </a:defRPr>
            </a:lvl1pPr>
          </a:lstStyle>
          <a:p>
            <a:pPr lvl="0"/>
            <a:r>
              <a:rPr lang="en-US"/>
              <a:t>Click to add text</a:t>
            </a:r>
          </a:p>
        </p:txBody>
      </p:sp>
      <p:sp>
        <p:nvSpPr>
          <p:cNvPr id="13" name="Text Placeholder 12">
            <a:extLst>
              <a:ext uri="{FF2B5EF4-FFF2-40B4-BE49-F238E27FC236}">
                <a16:creationId xmlns:a16="http://schemas.microsoft.com/office/drawing/2014/main" id="{AFEFA7AA-E5D0-B3D1-56EA-52FE09A4CA2D}"/>
              </a:ext>
            </a:extLst>
          </p:cNvPr>
          <p:cNvSpPr>
            <a:spLocks noGrp="1"/>
          </p:cNvSpPr>
          <p:nvPr>
            <p:ph type="body" sz="quarter" idx="15" hasCustomPrompt="1"/>
          </p:nvPr>
        </p:nvSpPr>
        <p:spPr>
          <a:xfrm>
            <a:off x="646046" y="1379538"/>
            <a:ext cx="11099867" cy="4435475"/>
          </a:xfrm>
        </p:spPr>
        <p:txBody>
          <a:bodyPr>
            <a:normAutofit/>
          </a:bodyPr>
          <a:lstStyle>
            <a:lvl1pPr marL="0" indent="0">
              <a:buNone/>
              <a:defRPr sz="2400" b="0" i="0">
                <a:latin typeface="Arial" panose="020B0604020202020204" pitchFamily="34" charset="0"/>
                <a:cs typeface="Arial" panose="020B0604020202020204" pitchFamily="34" charset="0"/>
              </a:defRPr>
            </a:lvl1pPr>
          </a:lstStyle>
          <a:p>
            <a:pPr lvl="0"/>
            <a:r>
              <a:rPr lang="en-US"/>
              <a:t>Click to add text</a:t>
            </a:r>
          </a:p>
        </p:txBody>
      </p:sp>
      <p:sp>
        <p:nvSpPr>
          <p:cNvPr id="14" name="Slide Number Placeholder 5">
            <a:extLst>
              <a:ext uri="{FF2B5EF4-FFF2-40B4-BE49-F238E27FC236}">
                <a16:creationId xmlns:a16="http://schemas.microsoft.com/office/drawing/2014/main" id="{DAB81FB0-4D6C-66BC-FF46-EDCBF71079F1}"/>
              </a:ext>
            </a:extLst>
          </p:cNvPr>
          <p:cNvSpPr txBox="1">
            <a:spLocks/>
          </p:cNvSpPr>
          <p:nvPr userDrawn="1"/>
        </p:nvSpPr>
        <p:spPr>
          <a:xfrm>
            <a:off x="221698" y="6350309"/>
            <a:ext cx="562541" cy="369887"/>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fld id="{25A9C333-8DEA-A549-BB52-FB8135D4E171}" type="slidenum">
              <a:rPr lang="en-US" sz="1000" b="1" i="0" u="none">
                <a:solidFill>
                  <a:schemeClr val="bg1"/>
                </a:solidFill>
                <a:latin typeface="Arial" panose="020B0604020202020204" pitchFamily="34" charset="0"/>
                <a:ea typeface="Arial" charset="0"/>
                <a:cs typeface="Arial" panose="020B0604020202020204" pitchFamily="34" charset="0"/>
              </a:rPr>
              <a:pPr algn="l"/>
              <a:t>‹#›</a:t>
            </a:fld>
            <a:endParaRPr lang="en-US" sz="800" b="1" i="0" u="none">
              <a:solidFill>
                <a:schemeClr val="bg1"/>
              </a:solidFill>
              <a:latin typeface="Arial" panose="020B0604020202020204" pitchFamily="34" charset="0"/>
              <a:ea typeface="Arial" charset="0"/>
              <a:cs typeface="Arial" panose="020B0604020202020204" pitchFamily="34" charset="0"/>
            </a:endParaRPr>
          </a:p>
        </p:txBody>
      </p:sp>
      <p:sp>
        <p:nvSpPr>
          <p:cNvPr id="15" name="Text Placeholder 27">
            <a:extLst>
              <a:ext uri="{FF2B5EF4-FFF2-40B4-BE49-F238E27FC236}">
                <a16:creationId xmlns:a16="http://schemas.microsoft.com/office/drawing/2014/main" id="{9C7B3A80-3F7A-CC1E-A5F0-B575EC4536CA}"/>
              </a:ext>
            </a:extLst>
          </p:cNvPr>
          <p:cNvSpPr>
            <a:spLocks noGrp="1"/>
          </p:cNvSpPr>
          <p:nvPr>
            <p:ph type="body" sz="quarter" idx="12" hasCustomPrompt="1"/>
          </p:nvPr>
        </p:nvSpPr>
        <p:spPr>
          <a:xfrm>
            <a:off x="718923" y="6384666"/>
            <a:ext cx="4473575" cy="279400"/>
          </a:xfrm>
        </p:spPr>
        <p:txBody>
          <a:bodyPr>
            <a:noAutofit/>
          </a:bodyPr>
          <a:lstStyle>
            <a:lvl1pPr marL="0" indent="0">
              <a:buNone/>
              <a:defRPr sz="1400" b="1" i="0">
                <a:solidFill>
                  <a:schemeClr val="bg1"/>
                </a:solidFill>
                <a:latin typeface="Arial" panose="020B0604020202020204" pitchFamily="34" charset="0"/>
                <a:cs typeface="Arial" panose="020B0604020202020204" pitchFamily="34" charset="0"/>
              </a:defRPr>
            </a:lvl1pPr>
          </a:lstStyle>
          <a:p>
            <a:pPr lvl="0"/>
            <a:r>
              <a:rPr lang="en-US"/>
              <a:t>Click to add footer</a:t>
            </a:r>
          </a:p>
        </p:txBody>
      </p:sp>
    </p:spTree>
    <p:extLst>
      <p:ext uri="{BB962C8B-B14F-4D97-AF65-F5344CB8AC3E}">
        <p14:creationId xmlns:p14="http://schemas.microsoft.com/office/powerpoint/2010/main" val="355094713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8_Sidebar and logo">
    <p:spTree>
      <p:nvGrpSpPr>
        <p:cNvPr id="1" name=""/>
        <p:cNvGrpSpPr/>
        <p:nvPr/>
      </p:nvGrpSpPr>
      <p:grpSpPr>
        <a:xfrm>
          <a:off x="0" y="0"/>
          <a:ext cx="0" cy="0"/>
          <a:chOff x="0" y="0"/>
          <a:chExt cx="0" cy="0"/>
        </a:xfrm>
      </p:grpSpPr>
    </p:spTree>
    <p:extLst>
      <p:ext uri="{BB962C8B-B14F-4D97-AF65-F5344CB8AC3E}">
        <p14:creationId xmlns:p14="http://schemas.microsoft.com/office/powerpoint/2010/main" val="32430095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image" Target="../media/image1.sv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44753CB-6476-BF2C-3CDC-FAB102C713EC}"/>
              </a:ext>
            </a:extLst>
          </p:cNvPr>
          <p:cNvSpPr>
            <a:spLocks noGrp="1"/>
          </p:cNvSpPr>
          <p:nvPr>
            <p:ph type="title"/>
          </p:nvPr>
        </p:nvSpPr>
        <p:spPr>
          <a:xfrm>
            <a:off x="314692" y="365125"/>
            <a:ext cx="11492432" cy="443198"/>
          </a:xfrm>
          <a:prstGeom prst="rect">
            <a:avLst/>
          </a:prstGeom>
        </p:spPr>
        <p:txBody>
          <a:bodyPr vert="horz" wrap="square" lIns="0" tIns="0" rIns="0" bIns="0" rtlCol="0" anchor="t" anchorCtr="0">
            <a:noAutofit/>
          </a:bodyPr>
          <a:lstStyle/>
          <a:p>
            <a:r>
              <a:rPr lang="en-US"/>
              <a:t>Click to edit Master title style</a:t>
            </a:r>
          </a:p>
        </p:txBody>
      </p:sp>
      <p:sp>
        <p:nvSpPr>
          <p:cNvPr id="3" name="Text Placeholder 2">
            <a:extLst>
              <a:ext uri="{FF2B5EF4-FFF2-40B4-BE49-F238E27FC236}">
                <a16:creationId xmlns:a16="http://schemas.microsoft.com/office/drawing/2014/main" id="{77933DD6-9940-13F2-ECB0-187773310927}"/>
              </a:ext>
            </a:extLst>
          </p:cNvPr>
          <p:cNvSpPr>
            <a:spLocks noGrp="1"/>
          </p:cNvSpPr>
          <p:nvPr>
            <p:ph type="body" idx="1"/>
          </p:nvPr>
        </p:nvSpPr>
        <p:spPr>
          <a:xfrm>
            <a:off x="314692" y="1817556"/>
            <a:ext cx="11492432" cy="4020554"/>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0" name="Rectangle 6">
            <a:extLst>
              <a:ext uri="{FF2B5EF4-FFF2-40B4-BE49-F238E27FC236}">
                <a16:creationId xmlns:a16="http://schemas.microsoft.com/office/drawing/2014/main" id="{25FC33D5-6A3D-626E-929B-EDEF84A7F09B}"/>
              </a:ext>
            </a:extLst>
          </p:cNvPr>
          <p:cNvSpPr>
            <a:spLocks noChangeArrowheads="1"/>
          </p:cNvSpPr>
          <p:nvPr userDrawn="1"/>
        </p:nvSpPr>
        <p:spPr bwMode="auto">
          <a:xfrm flipH="1">
            <a:off x="11526723" y="6576851"/>
            <a:ext cx="280401" cy="152400"/>
          </a:xfrm>
          <a:prstGeom prst="rect">
            <a:avLst/>
          </a:prstGeom>
          <a:noFill/>
          <a:ln w="9525">
            <a:noFill/>
            <a:miter lim="800000"/>
            <a:headEnd/>
            <a:tailEnd/>
          </a:ln>
          <a:effectLst/>
        </p:spPr>
        <p:txBody>
          <a:bodyPr lIns="0" tIns="0" rIns="0" bIns="0"/>
          <a:lstStyle/>
          <a:p>
            <a:pPr algn="ctr" defTabSz="173038">
              <a:lnSpc>
                <a:spcPct val="90000"/>
              </a:lnSpc>
              <a:tabLst>
                <a:tab pos="230188" algn="l"/>
              </a:tabLst>
              <a:defRPr/>
            </a:pPr>
            <a:fld id="{040BB257-551A-4736-B50F-DCF1BA034C06}" type="slidenum">
              <a:rPr lang="en-US" sz="1100" b="1" smtClean="0">
                <a:solidFill>
                  <a:schemeClr val="bg2"/>
                </a:solidFill>
                <a:latin typeface="Roboto" panose="02000000000000000000" pitchFamily="2" charset="0"/>
                <a:ea typeface="Roboto" panose="02000000000000000000" pitchFamily="2" charset="0"/>
                <a:cs typeface="Times New Roman" panose="02020603050405020304" pitchFamily="18" charset="0"/>
              </a:rPr>
              <a:pPr algn="ctr" defTabSz="173038">
                <a:lnSpc>
                  <a:spcPct val="90000"/>
                </a:lnSpc>
                <a:tabLst>
                  <a:tab pos="230188" algn="l"/>
                </a:tabLst>
                <a:defRPr/>
              </a:pPr>
              <a:t>‹#›</a:t>
            </a:fld>
            <a:endParaRPr lang="en-US" sz="1100" b="1">
              <a:solidFill>
                <a:schemeClr val="bg2"/>
              </a:solidFill>
              <a:latin typeface="Roboto" panose="02000000000000000000" pitchFamily="2" charset="0"/>
              <a:ea typeface="Roboto" panose="02000000000000000000" pitchFamily="2" charset="0"/>
              <a:cs typeface="Times New Roman" panose="02020603050405020304" pitchFamily="18" charset="0"/>
            </a:endParaRPr>
          </a:p>
        </p:txBody>
      </p:sp>
      <p:sp>
        <p:nvSpPr>
          <p:cNvPr id="41" name="Rectangle 256">
            <a:extLst>
              <a:ext uri="{FF2B5EF4-FFF2-40B4-BE49-F238E27FC236}">
                <a16:creationId xmlns:a16="http://schemas.microsoft.com/office/drawing/2014/main" id="{DF5E4726-94A1-FED7-677B-96B372546603}"/>
              </a:ext>
            </a:extLst>
          </p:cNvPr>
          <p:cNvSpPr txBox="1">
            <a:spLocks noChangeArrowheads="1"/>
          </p:cNvSpPr>
          <p:nvPr userDrawn="1"/>
        </p:nvSpPr>
        <p:spPr>
          <a:xfrm>
            <a:off x="7599464" y="6576851"/>
            <a:ext cx="3860800" cy="152400"/>
          </a:xfrm>
          <a:prstGeom prst="rect">
            <a:avLst/>
          </a:prstGeom>
          <a:ln/>
        </p:spPr>
        <p:txBody>
          <a:bodyPr anchor="ctr"/>
          <a:lstStyle/>
          <a:p>
            <a:pPr algn="r"/>
            <a:r>
              <a:rPr lang="en-US" sz="1000">
                <a:solidFill>
                  <a:schemeClr val="bg2"/>
                </a:solidFill>
                <a:latin typeface="Roboto" panose="02000000000000000000" pitchFamily="2" charset="0"/>
                <a:ea typeface="Roboto" panose="02000000000000000000" pitchFamily="2" charset="0"/>
                <a:cs typeface="Arial" pitchFamily="34" charset="0"/>
              </a:rPr>
              <a:t> </a:t>
            </a:r>
          </a:p>
        </p:txBody>
      </p:sp>
      <p:pic>
        <p:nvPicPr>
          <p:cNvPr id="4" name="Graphic 3">
            <a:extLst>
              <a:ext uri="{FF2B5EF4-FFF2-40B4-BE49-F238E27FC236}">
                <a16:creationId xmlns:a16="http://schemas.microsoft.com/office/drawing/2014/main" id="{54E8AFC4-0CE6-E93B-9E8C-DB368BD3C3DA}"/>
              </a:ext>
            </a:extLst>
          </p:cNvPr>
          <p:cNvPicPr>
            <a:picLocks noChangeAspect="1"/>
          </p:cNvPicPr>
          <p:nvPr userDrawn="1"/>
        </p:nvPicPr>
        <p:blipFill>
          <a:blip>
            <a:extLst>
              <a:ext uri="{96DAC541-7B7A-43D3-8B79-37D633B846F1}">
                <asvg:svgBlip xmlns:asvg="http://schemas.microsoft.com/office/drawing/2016/SVG/main" r:embed="rId31"/>
              </a:ext>
            </a:extLst>
          </a:blip>
          <a:stretch>
            <a:fillRect/>
          </a:stretch>
        </p:blipFill>
        <p:spPr>
          <a:xfrm>
            <a:off x="314693" y="6431818"/>
            <a:ext cx="1188988" cy="285824"/>
          </a:xfrm>
          <a:prstGeom prst="rect">
            <a:avLst/>
          </a:prstGeom>
        </p:spPr>
      </p:pic>
    </p:spTree>
    <p:extLst>
      <p:ext uri="{BB962C8B-B14F-4D97-AF65-F5344CB8AC3E}">
        <p14:creationId xmlns:p14="http://schemas.microsoft.com/office/powerpoint/2010/main" val="2196214776"/>
      </p:ext>
    </p:extLst>
  </p:cSld>
  <p:clrMap bg1="lt1" tx1="dk1" bg2="lt2" tx2="dk2" accent1="accent1" accent2="accent2" accent3="accent3" accent4="accent4" accent5="accent5" accent6="accent6" hlink="hlink" folHlink="folHlink"/>
  <p:sldLayoutIdLst>
    <p:sldLayoutId id="2147483873" r:id="rId1"/>
    <p:sldLayoutId id="2147483939" r:id="rId2"/>
    <p:sldLayoutId id="2147483896" r:id="rId3"/>
    <p:sldLayoutId id="2147483927" r:id="rId4"/>
    <p:sldLayoutId id="2147483941" r:id="rId5"/>
    <p:sldLayoutId id="2147483928" r:id="rId6"/>
    <p:sldLayoutId id="2147483937" r:id="rId7"/>
    <p:sldLayoutId id="2147483942" r:id="rId8"/>
    <p:sldLayoutId id="2147483943" r:id="rId9"/>
    <p:sldLayoutId id="2147483897" r:id="rId10"/>
    <p:sldLayoutId id="2147483894" r:id="rId11"/>
    <p:sldLayoutId id="2147483827" r:id="rId12"/>
    <p:sldLayoutId id="2147483861" r:id="rId13"/>
    <p:sldLayoutId id="2147483934" r:id="rId14"/>
    <p:sldLayoutId id="2147483831" r:id="rId15"/>
    <p:sldLayoutId id="2147483832" r:id="rId16"/>
    <p:sldLayoutId id="2147483833" r:id="rId17"/>
    <p:sldLayoutId id="2147483834" r:id="rId18"/>
    <p:sldLayoutId id="2147483940" r:id="rId19"/>
    <p:sldLayoutId id="2147483905" r:id="rId20"/>
    <p:sldLayoutId id="2147483835" r:id="rId21"/>
    <p:sldLayoutId id="2147483938" r:id="rId22"/>
    <p:sldLayoutId id="2147483868" r:id="rId23"/>
    <p:sldLayoutId id="2147483930" r:id="rId24"/>
    <p:sldLayoutId id="2147483906" r:id="rId25"/>
    <p:sldLayoutId id="2147483829" r:id="rId26"/>
    <p:sldLayoutId id="2147483849" r:id="rId27"/>
    <p:sldLayoutId id="2147483944" r:id="rId28"/>
    <p:sldLayoutId id="2147483945" r:id="rId29"/>
  </p:sldLayoutIdLst>
  <p:hf hdr="0" dt="0"/>
  <p:txStyles>
    <p:titleStyle>
      <a:lvl1pPr algn="l" defTabSz="914400" rtl="0" eaLnBrk="1" latinLnBrk="0" hangingPunct="1">
        <a:lnSpc>
          <a:spcPct val="90000"/>
        </a:lnSpc>
        <a:spcBef>
          <a:spcPct val="0"/>
        </a:spcBef>
        <a:buNone/>
        <a:defRPr sz="3200" b="1" kern="1200">
          <a:solidFill>
            <a:schemeClr val="tx1"/>
          </a:solidFill>
          <a:latin typeface="Aptos" panose="020B0004020202020204" pitchFamily="34" charset="0"/>
          <a:ea typeface="Roboto" panose="02000000000000000000" pitchFamily="2" charset="0"/>
          <a:cs typeface="+mj-cs"/>
        </a:defRPr>
      </a:lvl1pPr>
    </p:titleStyle>
    <p:bodyStyle>
      <a:lvl1pPr marL="228600" indent="-228600" algn="l" defTabSz="914400" rtl="0" eaLnBrk="1" latinLnBrk="0" hangingPunct="1">
        <a:lnSpc>
          <a:spcPct val="90000"/>
        </a:lnSpc>
        <a:spcBef>
          <a:spcPts val="1000"/>
        </a:spcBef>
        <a:spcAft>
          <a:spcPts val="60"/>
        </a:spcAft>
        <a:buFont typeface="Arial" panose="020B0604020202020204" pitchFamily="34" charset="0"/>
        <a:buChar char="•"/>
        <a:defRPr sz="2200" kern="1200">
          <a:solidFill>
            <a:schemeClr val="tx1"/>
          </a:solidFill>
          <a:latin typeface="Aptos" panose="020B0004020202020204" pitchFamily="34" charset="0"/>
          <a:ea typeface="Roboto" panose="02000000000000000000" pitchFamily="2" charset="0"/>
          <a:cs typeface="+mn-cs"/>
        </a:defRPr>
      </a:lvl1pPr>
      <a:lvl2pPr marL="685800" indent="-228600" algn="l" defTabSz="914400" rtl="0" eaLnBrk="1" latinLnBrk="0" hangingPunct="1">
        <a:lnSpc>
          <a:spcPct val="90000"/>
        </a:lnSpc>
        <a:spcBef>
          <a:spcPts val="1000"/>
        </a:spcBef>
        <a:spcAft>
          <a:spcPts val="60"/>
        </a:spcAft>
        <a:buFont typeface="Arial" panose="020B0604020202020204" pitchFamily="34" charset="0"/>
        <a:buChar char="•"/>
        <a:defRPr sz="1800" kern="1200">
          <a:solidFill>
            <a:schemeClr val="tx1"/>
          </a:solidFill>
          <a:latin typeface="Aptos" panose="020B0004020202020204" pitchFamily="34" charset="0"/>
          <a:ea typeface="Roboto" panose="02000000000000000000" pitchFamily="2" charset="0"/>
          <a:cs typeface="+mn-cs"/>
        </a:defRPr>
      </a:lvl2pPr>
      <a:lvl3pPr marL="1143000" indent="-228600" algn="l" defTabSz="914400" rtl="0" eaLnBrk="1" latinLnBrk="0" hangingPunct="1">
        <a:lnSpc>
          <a:spcPct val="90000"/>
        </a:lnSpc>
        <a:spcBef>
          <a:spcPts val="1000"/>
        </a:spcBef>
        <a:spcAft>
          <a:spcPts val="60"/>
        </a:spcAft>
        <a:buFont typeface="Arial" panose="020B0604020202020204" pitchFamily="34" charset="0"/>
        <a:buChar char="•"/>
        <a:defRPr sz="1600" kern="1200">
          <a:solidFill>
            <a:schemeClr val="tx1"/>
          </a:solidFill>
          <a:latin typeface="Aptos" panose="020B0004020202020204" pitchFamily="34" charset="0"/>
          <a:ea typeface="Roboto" panose="02000000000000000000" pitchFamily="2" charset="0"/>
          <a:cs typeface="+mn-cs"/>
        </a:defRPr>
      </a:lvl3pPr>
      <a:lvl4pPr marL="1600200" indent="-228600" algn="l" defTabSz="914400" rtl="0" eaLnBrk="1" latinLnBrk="0" hangingPunct="1">
        <a:lnSpc>
          <a:spcPct val="90000"/>
        </a:lnSpc>
        <a:spcBef>
          <a:spcPts val="1000"/>
        </a:spcBef>
        <a:spcAft>
          <a:spcPts val="60"/>
        </a:spcAft>
        <a:buFont typeface="Arial" panose="020B0604020202020204" pitchFamily="34" charset="0"/>
        <a:buChar char="•"/>
        <a:defRPr sz="1600" kern="1200">
          <a:solidFill>
            <a:schemeClr val="tx1"/>
          </a:solidFill>
          <a:latin typeface="Aptos" panose="020B0004020202020204" pitchFamily="34" charset="0"/>
          <a:ea typeface="Roboto" panose="02000000000000000000" pitchFamily="2" charset="0"/>
          <a:cs typeface="+mn-cs"/>
        </a:defRPr>
      </a:lvl4pPr>
      <a:lvl5pPr marL="2057400" indent="-228600" algn="l" defTabSz="914400" rtl="0" eaLnBrk="1" latinLnBrk="0" hangingPunct="1">
        <a:lnSpc>
          <a:spcPct val="90000"/>
        </a:lnSpc>
        <a:spcBef>
          <a:spcPts val="1000"/>
        </a:spcBef>
        <a:spcAft>
          <a:spcPts val="60"/>
        </a:spcAft>
        <a:buFont typeface="Arial" panose="020B0604020202020204" pitchFamily="34" charset="0"/>
        <a:buChar char="•"/>
        <a:defRPr sz="1600" kern="1200">
          <a:solidFill>
            <a:schemeClr val="tx1"/>
          </a:solidFill>
          <a:latin typeface="Aptos" panose="020B0004020202020204" pitchFamily="34" charset="0"/>
          <a:ea typeface="Roboto" panose="02000000000000000000"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15.xml"/><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15.xml"/><Relationship Id="rId4" Type="http://schemas.openxmlformats.org/officeDocument/2006/relationships/image" Target="../media/image16.png"/></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8.xml"/><Relationship Id="rId1" Type="http://schemas.openxmlformats.org/officeDocument/2006/relationships/slideLayout" Target="../slideLayouts/slideLayout15.xml"/><Relationship Id="rId4" Type="http://schemas.openxmlformats.org/officeDocument/2006/relationships/image" Target="../media/image18.png"/></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9.xml"/><Relationship Id="rId1" Type="http://schemas.openxmlformats.org/officeDocument/2006/relationships/slideLayout" Target="../slideLayouts/slideLayout15.xml"/><Relationship Id="rId5" Type="http://schemas.openxmlformats.org/officeDocument/2006/relationships/image" Target="../media/image21.png"/><Relationship Id="rId4" Type="http://schemas.openxmlformats.org/officeDocument/2006/relationships/image" Target="../media/image20.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23840813-7735-7870-4954-E123BBC3581B}"/>
              </a:ext>
            </a:extLst>
          </p:cNvPr>
          <p:cNvSpPr>
            <a:spLocks noGrp="1"/>
          </p:cNvSpPr>
          <p:nvPr>
            <p:ph type="ctrTitle"/>
          </p:nvPr>
        </p:nvSpPr>
        <p:spPr>
          <a:xfrm>
            <a:off x="1197344" y="2254309"/>
            <a:ext cx="4517136" cy="997196"/>
          </a:xfrm>
        </p:spPr>
        <p:txBody>
          <a:bodyPr/>
          <a:lstStyle/>
          <a:p>
            <a:r>
              <a:rPr lang="en-US"/>
              <a:t>Real-Twin Monthly Meeting </a:t>
            </a:r>
          </a:p>
        </p:txBody>
      </p:sp>
      <p:sp>
        <p:nvSpPr>
          <p:cNvPr id="8" name="Subtitle 7">
            <a:extLst>
              <a:ext uri="{FF2B5EF4-FFF2-40B4-BE49-F238E27FC236}">
                <a16:creationId xmlns:a16="http://schemas.microsoft.com/office/drawing/2014/main" id="{C5A09B5E-ED3D-E267-C2B3-397E9F9313D4}"/>
              </a:ext>
            </a:extLst>
          </p:cNvPr>
          <p:cNvSpPr>
            <a:spLocks noGrp="1"/>
          </p:cNvSpPr>
          <p:nvPr>
            <p:ph type="subTitle" idx="1"/>
          </p:nvPr>
        </p:nvSpPr>
        <p:spPr>
          <a:xfrm>
            <a:off x="1197344" y="4031052"/>
            <a:ext cx="4517136" cy="193899"/>
          </a:xfrm>
        </p:spPr>
        <p:txBody>
          <a:bodyPr/>
          <a:lstStyle/>
          <a:p>
            <a:r>
              <a:rPr lang="en-US"/>
              <a:t>August 25, 2026</a:t>
            </a:r>
          </a:p>
        </p:txBody>
      </p:sp>
      <p:sp>
        <p:nvSpPr>
          <p:cNvPr id="11" name="Text Placeholder 10">
            <a:extLst>
              <a:ext uri="{FF2B5EF4-FFF2-40B4-BE49-F238E27FC236}">
                <a16:creationId xmlns:a16="http://schemas.microsoft.com/office/drawing/2014/main" id="{8FD0E904-04A7-3517-9C7C-56A69D9D6CB5}"/>
              </a:ext>
            </a:extLst>
          </p:cNvPr>
          <p:cNvSpPr>
            <a:spLocks noGrp="1"/>
          </p:cNvSpPr>
          <p:nvPr>
            <p:ph type="body" sz="quarter" idx="17"/>
          </p:nvPr>
        </p:nvSpPr>
        <p:spPr>
          <a:xfrm>
            <a:off x="1197344" y="4342138"/>
            <a:ext cx="4805892" cy="977205"/>
          </a:xfrm>
        </p:spPr>
        <p:txBody>
          <a:bodyPr/>
          <a:lstStyle/>
          <a:p>
            <a:r>
              <a:rPr lang="en-US">
                <a:ea typeface="Roboto Light"/>
              </a:rPr>
              <a:t>Ross Wang</a:t>
            </a:r>
            <a:r>
              <a:rPr lang="en-US" baseline="30000">
                <a:ea typeface="Roboto Light"/>
              </a:rPr>
              <a:t>1</a:t>
            </a:r>
            <a:r>
              <a:rPr lang="en-US">
                <a:ea typeface="Roboto Light"/>
              </a:rPr>
              <a:t>, Guanhao Xu</a:t>
            </a:r>
            <a:r>
              <a:rPr lang="en-US" baseline="30000">
                <a:ea typeface="Roboto Light"/>
              </a:rPr>
              <a:t>1</a:t>
            </a:r>
            <a:r>
              <a:rPr lang="en-US">
                <a:ea typeface="Roboto Light"/>
              </a:rPr>
              <a:t>, Abhilasha Saroj</a:t>
            </a:r>
            <a:r>
              <a:rPr lang="en-US" baseline="30000">
                <a:ea typeface="Roboto Light"/>
              </a:rPr>
              <a:t>1</a:t>
            </a:r>
            <a:r>
              <a:rPr lang="en-US">
                <a:ea typeface="Roboto Light"/>
              </a:rPr>
              <a:t>, Roy Luo</a:t>
            </a:r>
            <a:r>
              <a:rPr lang="en-US" baseline="30000">
                <a:ea typeface="Roboto Light"/>
              </a:rPr>
              <a:t>1</a:t>
            </a:r>
            <a:r>
              <a:rPr lang="en-US">
                <a:ea typeface="Roboto Light"/>
              </a:rPr>
              <a:t>, Jinghui Yuan</a:t>
            </a:r>
            <a:r>
              <a:rPr lang="en-US" baseline="30000">
                <a:ea typeface="Roboto Light"/>
              </a:rPr>
              <a:t>1</a:t>
            </a:r>
            <a:r>
              <a:rPr lang="en-US">
                <a:ea typeface="Roboto Light"/>
              </a:rPr>
              <a:t>, Yunli Shao</a:t>
            </a:r>
            <a:r>
              <a:rPr lang="en-US" baseline="30000">
                <a:ea typeface="Roboto Light"/>
              </a:rPr>
              <a:t>2</a:t>
            </a:r>
            <a:r>
              <a:rPr lang="en-US">
                <a:ea typeface="Roboto Light"/>
              </a:rPr>
              <a:t> </a:t>
            </a:r>
            <a:endParaRPr lang="en-US" baseline="30000">
              <a:ea typeface="Roboto Light"/>
            </a:endParaRPr>
          </a:p>
          <a:p>
            <a:r>
              <a:rPr lang="en-US" sz="1000" baseline="30000">
                <a:ea typeface="Roboto Light"/>
                <a:cs typeface="Roboto"/>
              </a:rPr>
              <a:t>1 </a:t>
            </a:r>
            <a:r>
              <a:rPr lang="en-US" sz="1000">
                <a:ea typeface="Roboto Light"/>
                <a:cs typeface="Roboto"/>
              </a:rPr>
              <a:t>Oak Ridge National Laboratory; </a:t>
            </a:r>
            <a:r>
              <a:rPr lang="en-US" sz="1000" baseline="30000">
                <a:ea typeface="Roboto Light"/>
                <a:cs typeface="Roboto"/>
              </a:rPr>
              <a:t>2 </a:t>
            </a:r>
            <a:r>
              <a:rPr lang="en-US" sz="1000">
                <a:ea typeface="Roboto Light"/>
                <a:cs typeface="Roboto"/>
              </a:rPr>
              <a:t>University of Georgia</a:t>
            </a:r>
          </a:p>
        </p:txBody>
      </p:sp>
    </p:spTree>
    <p:extLst>
      <p:ext uri="{BB962C8B-B14F-4D97-AF65-F5344CB8AC3E}">
        <p14:creationId xmlns:p14="http://schemas.microsoft.com/office/powerpoint/2010/main" val="27980313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68451EA-E635-DCAB-B6B3-EF71DF9BEFB4}"/>
              </a:ext>
            </a:extLst>
          </p:cNvPr>
          <p:cNvSpPr>
            <a:spLocks noGrp="1"/>
          </p:cNvSpPr>
          <p:nvPr>
            <p:ph type="title"/>
          </p:nvPr>
        </p:nvSpPr>
        <p:spPr>
          <a:xfrm>
            <a:off x="314692" y="365125"/>
            <a:ext cx="11492432" cy="886397"/>
          </a:xfrm>
        </p:spPr>
        <p:txBody>
          <a:bodyPr/>
          <a:lstStyle/>
          <a:p>
            <a:r>
              <a:rPr lang="en-US" sz="2800"/>
              <a:t>Current Milestone(s)</a:t>
            </a:r>
          </a:p>
        </p:txBody>
      </p:sp>
      <p:graphicFrame>
        <p:nvGraphicFramePr>
          <p:cNvPr id="2" name="Content Placeholder 6">
            <a:extLst>
              <a:ext uri="{FF2B5EF4-FFF2-40B4-BE49-F238E27FC236}">
                <a16:creationId xmlns:a16="http://schemas.microsoft.com/office/drawing/2014/main" id="{33BD8D92-4C47-A3D0-E8A5-C33FF139DA54}"/>
              </a:ext>
            </a:extLst>
          </p:cNvPr>
          <p:cNvGraphicFramePr>
            <a:graphicFrameLocks/>
          </p:cNvGraphicFramePr>
          <p:nvPr>
            <p:extLst>
              <p:ext uri="{D42A27DB-BD31-4B8C-83A1-F6EECF244321}">
                <p14:modId xmlns:p14="http://schemas.microsoft.com/office/powerpoint/2010/main" val="1781978618"/>
              </p:ext>
            </p:extLst>
          </p:nvPr>
        </p:nvGraphicFramePr>
        <p:xfrm>
          <a:off x="668340" y="1352374"/>
          <a:ext cx="10855319" cy="1831092"/>
        </p:xfrm>
        <a:graphic>
          <a:graphicData uri="http://schemas.openxmlformats.org/drawingml/2006/table">
            <a:tbl>
              <a:tblPr firstRow="1">
                <a:tableStyleId>{21E4AEA4-8DFA-4A89-87EB-49C32662AFE0}</a:tableStyleId>
              </a:tblPr>
              <a:tblGrid>
                <a:gridCol w="4218963">
                  <a:extLst>
                    <a:ext uri="{9D8B030D-6E8A-4147-A177-3AD203B41FA5}">
                      <a16:colId xmlns:a16="http://schemas.microsoft.com/office/drawing/2014/main" val="4087491247"/>
                    </a:ext>
                  </a:extLst>
                </a:gridCol>
                <a:gridCol w="4242547">
                  <a:extLst>
                    <a:ext uri="{9D8B030D-6E8A-4147-A177-3AD203B41FA5}">
                      <a16:colId xmlns:a16="http://schemas.microsoft.com/office/drawing/2014/main" val="1836666115"/>
                    </a:ext>
                  </a:extLst>
                </a:gridCol>
                <a:gridCol w="1058902">
                  <a:extLst>
                    <a:ext uri="{9D8B030D-6E8A-4147-A177-3AD203B41FA5}">
                      <a16:colId xmlns:a16="http://schemas.microsoft.com/office/drawing/2014/main" val="81719192"/>
                    </a:ext>
                  </a:extLst>
                </a:gridCol>
                <a:gridCol w="1334907">
                  <a:extLst>
                    <a:ext uri="{9D8B030D-6E8A-4147-A177-3AD203B41FA5}">
                      <a16:colId xmlns:a16="http://schemas.microsoft.com/office/drawing/2014/main" val="3811349088"/>
                    </a:ext>
                  </a:extLst>
                </a:gridCol>
              </a:tblGrid>
              <a:tr h="499076">
                <a:tc>
                  <a:txBody>
                    <a:bodyPr/>
                    <a:lstStyle/>
                    <a:p>
                      <a:pPr marL="0" marR="0" algn="ctr">
                        <a:spcBef>
                          <a:spcPts val="0"/>
                        </a:spcBef>
                        <a:spcAft>
                          <a:spcPts val="600"/>
                        </a:spcAft>
                      </a:pPr>
                      <a:r>
                        <a:rPr lang="en-US" sz="1600">
                          <a:effectLst/>
                          <a:latin typeface="Aptos" panose="020B0004020202020204" pitchFamily="34" charset="0"/>
                        </a:rPr>
                        <a:t>Milestone Name/Description*</a:t>
                      </a:r>
                      <a:endParaRPr lang="en-US" sz="1600">
                        <a:effectLst/>
                        <a:latin typeface="Aptos" panose="020B0004020202020204" pitchFamily="34" charset="0"/>
                        <a:ea typeface="Calibri" panose="020F0502020204030204" pitchFamily="34" charset="0"/>
                        <a:cs typeface="Times New Roman" panose="02020603050405020304" pitchFamily="18" charset="0"/>
                      </a:endParaRPr>
                    </a:p>
                  </a:txBody>
                  <a:tcPr marL="38100" marR="38100" marT="38100" marB="38100" anchor="ctr"/>
                </a:tc>
                <a:tc>
                  <a:txBody>
                    <a:bodyPr/>
                    <a:lstStyle/>
                    <a:p>
                      <a:pPr marL="0" marR="0" algn="ctr">
                        <a:spcBef>
                          <a:spcPts val="0"/>
                        </a:spcBef>
                        <a:spcAft>
                          <a:spcPts val="600"/>
                        </a:spcAft>
                      </a:pPr>
                      <a:r>
                        <a:rPr lang="en-US" sz="1600">
                          <a:effectLst/>
                          <a:latin typeface="Aptos" panose="020B0004020202020204" pitchFamily="34" charset="0"/>
                        </a:rPr>
                        <a:t>Criteria*</a:t>
                      </a:r>
                      <a:endParaRPr lang="en-US" sz="1600">
                        <a:effectLst/>
                        <a:latin typeface="Aptos" panose="020B000402020202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spcBef>
                          <a:spcPts val="0"/>
                        </a:spcBef>
                        <a:spcAft>
                          <a:spcPts val="600"/>
                        </a:spcAft>
                      </a:pPr>
                      <a:r>
                        <a:rPr lang="en-US" sz="1600">
                          <a:effectLst/>
                          <a:latin typeface="Aptos" panose="020B0004020202020204" pitchFamily="34" charset="0"/>
                        </a:rPr>
                        <a:t>End Date*</a:t>
                      </a:r>
                      <a:endParaRPr lang="en-US" sz="1600">
                        <a:effectLst/>
                        <a:latin typeface="Aptos" panose="020B0004020202020204" pitchFamily="34" charset="0"/>
                        <a:ea typeface="Calibri" panose="020F0502020204030204" pitchFamily="34" charset="0"/>
                        <a:cs typeface="Times New Roman" panose="02020603050405020304" pitchFamily="18" charset="0"/>
                      </a:endParaRPr>
                    </a:p>
                  </a:txBody>
                  <a:tcPr marL="38100" marR="38100" marT="38100" marB="38100" anchor="ctr"/>
                </a:tc>
                <a:tc>
                  <a:txBody>
                    <a:bodyPr/>
                    <a:lstStyle/>
                    <a:p>
                      <a:pPr marL="0" marR="0" algn="ctr">
                        <a:spcBef>
                          <a:spcPts val="0"/>
                        </a:spcBef>
                        <a:spcAft>
                          <a:spcPts val="600"/>
                        </a:spcAft>
                      </a:pPr>
                      <a:r>
                        <a:rPr lang="en-US" sz="1600">
                          <a:effectLst/>
                          <a:latin typeface="Aptos" panose="020B0004020202020204" pitchFamily="34" charset="0"/>
                        </a:rPr>
                        <a:t>Type*</a:t>
                      </a:r>
                      <a:endParaRPr lang="en-US" sz="1600">
                        <a:effectLst/>
                        <a:latin typeface="Aptos" panose="020B0004020202020204" pitchFamily="34" charset="0"/>
                        <a:ea typeface="Calibri" panose="020F0502020204030204" pitchFamily="34" charset="0"/>
                        <a:cs typeface="Times New Roman" panose="02020603050405020304" pitchFamily="18" charset="0"/>
                      </a:endParaRPr>
                    </a:p>
                  </a:txBody>
                  <a:tcPr marL="38100" marR="38100" marT="38100" marB="38100" anchor="ctr"/>
                </a:tc>
                <a:extLst>
                  <a:ext uri="{0D108BD9-81ED-4DB2-BD59-A6C34878D82A}">
                    <a16:rowId xmlns:a16="http://schemas.microsoft.com/office/drawing/2014/main" val="3250658663"/>
                  </a:ext>
                </a:extLst>
              </a:tr>
              <a:tr h="1332016">
                <a:tc>
                  <a:txBody>
                    <a:bodyPr/>
                    <a:lstStyle/>
                    <a:p>
                      <a:pPr marL="0" marR="0">
                        <a:spcAft>
                          <a:spcPts val="600"/>
                        </a:spcAft>
                        <a:buNone/>
                      </a:pPr>
                      <a:r>
                        <a:rPr lang="en-US" sz="1600" b="1" kern="1200">
                          <a:solidFill>
                            <a:schemeClr val="dk1"/>
                          </a:solidFill>
                          <a:effectLst/>
                          <a:latin typeface="Aptos" panose="020B0004020202020204" pitchFamily="34" charset="0"/>
                          <a:ea typeface="+mn-ea"/>
                          <a:cs typeface="+mn-cs"/>
                        </a:rPr>
                        <a:t>Develop and demonstrate the Real-Twin advanced automation workflow and functionality with at least 2 example microscopic simulators. Subtask 3.2</a:t>
                      </a:r>
                    </a:p>
                  </a:txBody>
                  <a:tcPr marL="68580" marR="68580" marT="0" marB="0"/>
                </a:tc>
                <a:tc>
                  <a:txBody>
                    <a:bodyPr/>
                    <a:lstStyle/>
                    <a:p>
                      <a:pPr marL="0" marR="0">
                        <a:spcAft>
                          <a:spcPts val="600"/>
                        </a:spcAft>
                        <a:buNone/>
                      </a:pPr>
                      <a:r>
                        <a:rPr lang="en-US" sz="1600" b="0" kern="1200">
                          <a:solidFill>
                            <a:schemeClr val="dk1"/>
                          </a:solidFill>
                          <a:effectLst/>
                          <a:latin typeface="Aptos" panose="020B0004020202020204" pitchFamily="34" charset="0"/>
                          <a:ea typeface="+mn-ea"/>
                          <a:cs typeface="+mn-cs"/>
                        </a:rPr>
                        <a:t>Presentation documenting and demonstrating Real-Twin automation workflow </a:t>
                      </a:r>
                      <a:r>
                        <a:rPr lang="en-US" sz="1600" b="1" kern="1200">
                          <a:solidFill>
                            <a:srgbClr val="FF0000"/>
                          </a:solidFill>
                          <a:effectLst/>
                          <a:highlight>
                            <a:srgbClr val="FFFF00"/>
                          </a:highlight>
                          <a:latin typeface="Aptos" panose="020B0004020202020204" pitchFamily="34" charset="0"/>
                          <a:ea typeface="+mn-ea"/>
                          <a:cs typeface="+mn-cs"/>
                        </a:rPr>
                        <a:t>in 1 additional simulator (VISSIM).</a:t>
                      </a:r>
                    </a:p>
                  </a:txBody>
                  <a:tcPr marL="68580" marR="68580" marT="0" marB="0"/>
                </a:tc>
                <a:tc>
                  <a:txBody>
                    <a:bodyPr/>
                    <a:lstStyle/>
                    <a:p>
                      <a:pPr marL="0" marR="0" algn="ctr">
                        <a:spcAft>
                          <a:spcPts val="600"/>
                        </a:spcAft>
                        <a:buNone/>
                      </a:pPr>
                      <a:r>
                        <a:rPr lang="en-US" sz="1600" b="1" kern="1200" dirty="0">
                          <a:solidFill>
                            <a:srgbClr val="FF0000"/>
                          </a:solidFill>
                          <a:effectLst/>
                          <a:highlight>
                            <a:srgbClr val="FFFF00"/>
                          </a:highlight>
                          <a:latin typeface="Aptos" panose="020B0004020202020204" pitchFamily="34" charset="0"/>
                          <a:ea typeface="+mn-ea"/>
                          <a:cs typeface="+mn-cs"/>
                        </a:rPr>
                        <a:t>8/31/2026</a:t>
                      </a:r>
                    </a:p>
                  </a:txBody>
                  <a:tcPr marL="38100" marR="38100" marT="38100" marB="38100"/>
                </a:tc>
                <a:tc>
                  <a:txBody>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lang="en-US" sz="1600" kern="1200" dirty="0">
                          <a:solidFill>
                            <a:schemeClr val="dk1"/>
                          </a:solidFill>
                          <a:effectLst/>
                          <a:latin typeface="Aptos" panose="020B0004020202020204" pitchFamily="34" charset="0"/>
                          <a:ea typeface="+mn-ea"/>
                          <a:cs typeface="+mn-cs"/>
                        </a:rPr>
                        <a:t>Go/No Go Decision</a:t>
                      </a:r>
                      <a:endParaRPr lang="en-US" sz="1600" kern="1200" dirty="0">
                        <a:solidFill>
                          <a:schemeClr val="dk1"/>
                        </a:solidFill>
                        <a:effectLst/>
                        <a:latin typeface="Aptos" panose="020B0004020202020204" pitchFamily="34" charset="0"/>
                      </a:endParaRPr>
                    </a:p>
                  </a:txBody>
                  <a:tcPr marL="38100" marR="38100" marT="38100" marB="38100"/>
                </a:tc>
                <a:extLst>
                  <a:ext uri="{0D108BD9-81ED-4DB2-BD59-A6C34878D82A}">
                    <a16:rowId xmlns:a16="http://schemas.microsoft.com/office/drawing/2014/main" val="3100109300"/>
                  </a:ext>
                </a:extLst>
              </a:tr>
            </a:tbl>
          </a:graphicData>
        </a:graphic>
      </p:graphicFrame>
    </p:spTree>
    <p:extLst>
      <p:ext uri="{BB962C8B-B14F-4D97-AF65-F5344CB8AC3E}">
        <p14:creationId xmlns:p14="http://schemas.microsoft.com/office/powerpoint/2010/main" val="23350215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B0DDA0-F5B6-A60D-20D4-FA99CA1B71B0}"/>
            </a:ext>
          </a:extLst>
        </p:cNvPr>
        <p:cNvGrpSpPr/>
        <p:nvPr/>
      </p:nvGrpSpPr>
      <p:grpSpPr>
        <a:xfrm>
          <a:off x="0" y="0"/>
          <a:ext cx="0" cy="0"/>
          <a:chOff x="0" y="0"/>
          <a:chExt cx="0" cy="0"/>
        </a:xfrm>
      </p:grpSpPr>
      <p:sp>
        <p:nvSpPr>
          <p:cNvPr id="45" name="Shape 1">
            <a:extLst>
              <a:ext uri="{FF2B5EF4-FFF2-40B4-BE49-F238E27FC236}">
                <a16:creationId xmlns:a16="http://schemas.microsoft.com/office/drawing/2014/main" id="{58127F94-D4BB-78B0-20D4-8CCF05F036D4}"/>
              </a:ext>
            </a:extLst>
          </p:cNvPr>
          <p:cNvSpPr/>
          <p:nvPr/>
        </p:nvSpPr>
        <p:spPr>
          <a:xfrm>
            <a:off x="286089" y="1541986"/>
            <a:ext cx="11018520" cy="18288"/>
          </a:xfrm>
          <a:prstGeom prst="rect">
            <a:avLst/>
          </a:prstGeom>
          <a:solidFill>
            <a:srgbClr val="DCE5EF"/>
          </a:solidFill>
          <a:ln w="12700">
            <a:solidFill>
              <a:srgbClr val="333333">
                <a:alpha val="0"/>
              </a:srgbClr>
            </a:solidFill>
            <a:prstDash val="solid"/>
          </a:ln>
        </p:spPr>
        <p:txBody>
          <a:bodyPr/>
          <a:lstStyle/>
          <a:p>
            <a:endParaRPr lang="en-US"/>
          </a:p>
        </p:txBody>
      </p:sp>
      <p:sp>
        <p:nvSpPr>
          <p:cNvPr id="47" name="Shape 4">
            <a:extLst>
              <a:ext uri="{FF2B5EF4-FFF2-40B4-BE49-F238E27FC236}">
                <a16:creationId xmlns:a16="http://schemas.microsoft.com/office/drawing/2014/main" id="{684BFE59-0C3C-A983-542C-BFA12D3DC22D}"/>
              </a:ext>
            </a:extLst>
          </p:cNvPr>
          <p:cNvSpPr/>
          <p:nvPr/>
        </p:nvSpPr>
        <p:spPr>
          <a:xfrm>
            <a:off x="2398353" y="4029154"/>
            <a:ext cx="155448" cy="274320"/>
          </a:xfrm>
          <a:prstGeom prst="rightArrow">
            <a:avLst/>
          </a:prstGeom>
          <a:solidFill>
            <a:srgbClr val="B7C2D4"/>
          </a:solidFill>
          <a:ln w="12700">
            <a:solidFill>
              <a:srgbClr val="B7C2D4">
                <a:alpha val="0"/>
              </a:srgbClr>
            </a:solidFill>
            <a:prstDash val="solid"/>
          </a:ln>
        </p:spPr>
        <p:txBody>
          <a:bodyPr/>
          <a:lstStyle/>
          <a:p>
            <a:endParaRPr lang="en-US"/>
          </a:p>
        </p:txBody>
      </p:sp>
      <p:sp>
        <p:nvSpPr>
          <p:cNvPr id="49" name="Shape 5">
            <a:extLst>
              <a:ext uri="{FF2B5EF4-FFF2-40B4-BE49-F238E27FC236}">
                <a16:creationId xmlns:a16="http://schemas.microsoft.com/office/drawing/2014/main" id="{D628F9E8-BA6A-3216-A47C-B3C2065EA0C3}"/>
              </a:ext>
            </a:extLst>
          </p:cNvPr>
          <p:cNvSpPr/>
          <p:nvPr/>
        </p:nvSpPr>
        <p:spPr>
          <a:xfrm>
            <a:off x="4684353" y="4029154"/>
            <a:ext cx="155448" cy="274320"/>
          </a:xfrm>
          <a:prstGeom prst="rightArrow">
            <a:avLst/>
          </a:prstGeom>
          <a:solidFill>
            <a:srgbClr val="B7C2D4"/>
          </a:solidFill>
          <a:ln w="12700">
            <a:solidFill>
              <a:srgbClr val="B7C2D4">
                <a:alpha val="0"/>
              </a:srgbClr>
            </a:solidFill>
            <a:prstDash val="solid"/>
          </a:ln>
        </p:spPr>
        <p:txBody>
          <a:bodyPr/>
          <a:lstStyle/>
          <a:p>
            <a:endParaRPr lang="en-US"/>
          </a:p>
        </p:txBody>
      </p:sp>
      <p:sp>
        <p:nvSpPr>
          <p:cNvPr id="54" name="Shape 6">
            <a:extLst>
              <a:ext uri="{FF2B5EF4-FFF2-40B4-BE49-F238E27FC236}">
                <a16:creationId xmlns:a16="http://schemas.microsoft.com/office/drawing/2014/main" id="{52445AE7-2864-29DD-70EB-D2446439B7C2}"/>
              </a:ext>
            </a:extLst>
          </p:cNvPr>
          <p:cNvSpPr/>
          <p:nvPr/>
        </p:nvSpPr>
        <p:spPr>
          <a:xfrm>
            <a:off x="6970353" y="4029154"/>
            <a:ext cx="155448" cy="274320"/>
          </a:xfrm>
          <a:prstGeom prst="rightArrow">
            <a:avLst/>
          </a:prstGeom>
          <a:solidFill>
            <a:srgbClr val="B7C2D4"/>
          </a:solidFill>
          <a:ln w="12700">
            <a:solidFill>
              <a:srgbClr val="B7C2D4">
                <a:alpha val="0"/>
              </a:srgbClr>
            </a:solidFill>
            <a:prstDash val="solid"/>
          </a:ln>
        </p:spPr>
        <p:txBody>
          <a:bodyPr/>
          <a:lstStyle/>
          <a:p>
            <a:endParaRPr lang="en-US"/>
          </a:p>
        </p:txBody>
      </p:sp>
      <p:sp>
        <p:nvSpPr>
          <p:cNvPr id="56" name="Shape 7">
            <a:extLst>
              <a:ext uri="{FF2B5EF4-FFF2-40B4-BE49-F238E27FC236}">
                <a16:creationId xmlns:a16="http://schemas.microsoft.com/office/drawing/2014/main" id="{B6C9BDC1-CA30-A645-3A29-5ECA3720D05E}"/>
              </a:ext>
            </a:extLst>
          </p:cNvPr>
          <p:cNvSpPr/>
          <p:nvPr/>
        </p:nvSpPr>
        <p:spPr>
          <a:xfrm>
            <a:off x="9256353" y="4029154"/>
            <a:ext cx="155448" cy="274320"/>
          </a:xfrm>
          <a:prstGeom prst="rightArrow">
            <a:avLst/>
          </a:prstGeom>
          <a:solidFill>
            <a:srgbClr val="B7C2D4"/>
          </a:solidFill>
          <a:ln w="12700">
            <a:solidFill>
              <a:srgbClr val="B7C2D4">
                <a:alpha val="0"/>
              </a:srgbClr>
            </a:solidFill>
            <a:prstDash val="solid"/>
          </a:ln>
        </p:spPr>
        <p:txBody>
          <a:bodyPr/>
          <a:lstStyle/>
          <a:p>
            <a:endParaRPr lang="en-US"/>
          </a:p>
        </p:txBody>
      </p:sp>
      <p:sp>
        <p:nvSpPr>
          <p:cNvPr id="58" name="Shape 8">
            <a:extLst>
              <a:ext uri="{FF2B5EF4-FFF2-40B4-BE49-F238E27FC236}">
                <a16:creationId xmlns:a16="http://schemas.microsoft.com/office/drawing/2014/main" id="{5971D2A9-55B0-1AE2-F29E-EEF18B18B787}"/>
              </a:ext>
            </a:extLst>
          </p:cNvPr>
          <p:cNvSpPr/>
          <p:nvPr/>
        </p:nvSpPr>
        <p:spPr>
          <a:xfrm>
            <a:off x="1058757" y="1706578"/>
            <a:ext cx="548640" cy="548640"/>
          </a:xfrm>
          <a:prstGeom prst="ellipse">
            <a:avLst/>
          </a:prstGeom>
          <a:solidFill>
            <a:srgbClr val="00A5B5"/>
          </a:solidFill>
          <a:ln w="19050">
            <a:solidFill>
              <a:srgbClr val="FFFFFF"/>
            </a:solidFill>
            <a:prstDash val="solid"/>
          </a:ln>
        </p:spPr>
        <p:txBody>
          <a:bodyPr/>
          <a:lstStyle/>
          <a:p>
            <a:endParaRPr lang="en-US"/>
          </a:p>
        </p:txBody>
      </p:sp>
      <p:sp>
        <p:nvSpPr>
          <p:cNvPr id="60" name="Text 9">
            <a:extLst>
              <a:ext uri="{FF2B5EF4-FFF2-40B4-BE49-F238E27FC236}">
                <a16:creationId xmlns:a16="http://schemas.microsoft.com/office/drawing/2014/main" id="{0B0E68FA-7CE8-A582-925E-98FC14D89885}"/>
              </a:ext>
            </a:extLst>
          </p:cNvPr>
          <p:cNvSpPr/>
          <p:nvPr/>
        </p:nvSpPr>
        <p:spPr>
          <a:xfrm>
            <a:off x="1058757" y="1807162"/>
            <a:ext cx="548640" cy="219456"/>
          </a:xfrm>
          <a:prstGeom prst="rect">
            <a:avLst/>
          </a:prstGeom>
          <a:noFill/>
          <a:ln/>
        </p:spPr>
        <p:txBody>
          <a:bodyPr wrap="square" lIns="0" tIns="0" rIns="0" bIns="0" rtlCol="0" anchor="ctr"/>
          <a:lstStyle/>
          <a:p>
            <a:pPr marL="0" indent="0" algn="ctr">
              <a:buNone/>
            </a:pPr>
            <a:r>
              <a:rPr lang="en-US" sz="1550" b="1">
                <a:solidFill>
                  <a:srgbClr val="FFFFFF"/>
                </a:solidFill>
                <a:ea typeface="Aptos Display" pitchFamily="34" charset="-122"/>
                <a:cs typeface="Aptos Display" pitchFamily="34" charset="-120"/>
              </a:rPr>
              <a:t>1</a:t>
            </a:r>
            <a:endParaRPr lang="en-US" sz="1550"/>
          </a:p>
        </p:txBody>
      </p:sp>
      <p:sp>
        <p:nvSpPr>
          <p:cNvPr id="70" name="Text 10">
            <a:extLst>
              <a:ext uri="{FF2B5EF4-FFF2-40B4-BE49-F238E27FC236}">
                <a16:creationId xmlns:a16="http://schemas.microsoft.com/office/drawing/2014/main" id="{1CEBFA3E-06C6-2CE4-31F9-197366D4B0F0}"/>
              </a:ext>
            </a:extLst>
          </p:cNvPr>
          <p:cNvSpPr/>
          <p:nvPr/>
        </p:nvSpPr>
        <p:spPr>
          <a:xfrm>
            <a:off x="304377" y="2319226"/>
            <a:ext cx="2057400" cy="164592"/>
          </a:xfrm>
          <a:prstGeom prst="rect">
            <a:avLst/>
          </a:prstGeom>
          <a:noFill/>
          <a:ln/>
        </p:spPr>
        <p:txBody>
          <a:bodyPr wrap="square" lIns="0" tIns="0" rIns="0" bIns="0" rtlCol="0" anchor="ctr"/>
          <a:lstStyle/>
          <a:p>
            <a:pPr marL="0" indent="0" algn="ctr">
              <a:buNone/>
            </a:pPr>
            <a:r>
              <a:rPr lang="en-US" sz="1050" b="1">
                <a:solidFill>
                  <a:srgbClr val="00A5B5"/>
                </a:solidFill>
                <a:ea typeface="Aptos" pitchFamily="34" charset="-122"/>
                <a:cs typeface="Aptos" pitchFamily="34" charset="-120"/>
              </a:rPr>
              <a:t>Step 1</a:t>
            </a:r>
            <a:endParaRPr lang="en-US" sz="1050"/>
          </a:p>
        </p:txBody>
      </p:sp>
      <p:sp>
        <p:nvSpPr>
          <p:cNvPr id="74" name="Text 11">
            <a:extLst>
              <a:ext uri="{FF2B5EF4-FFF2-40B4-BE49-F238E27FC236}">
                <a16:creationId xmlns:a16="http://schemas.microsoft.com/office/drawing/2014/main" id="{2E1AE4F3-91D7-0E50-360A-88A47CFFA971}"/>
              </a:ext>
            </a:extLst>
          </p:cNvPr>
          <p:cNvSpPr/>
          <p:nvPr/>
        </p:nvSpPr>
        <p:spPr>
          <a:xfrm>
            <a:off x="331809" y="2511250"/>
            <a:ext cx="2002536" cy="457200"/>
          </a:xfrm>
          <a:prstGeom prst="rect">
            <a:avLst/>
          </a:prstGeom>
          <a:noFill/>
          <a:ln/>
        </p:spPr>
        <p:txBody>
          <a:bodyPr wrap="square" lIns="254" tIns="254" rIns="254" bIns="254" rtlCol="0" anchor="ctr">
            <a:normAutofit lnSpcReduction="10000"/>
          </a:bodyPr>
          <a:lstStyle/>
          <a:p>
            <a:pPr marL="0" indent="0" algn="ctr">
              <a:buNone/>
            </a:pPr>
            <a:r>
              <a:rPr lang="en-US" sz="1550" b="1">
                <a:solidFill>
                  <a:srgbClr val="12304A"/>
                </a:solidFill>
                <a:ea typeface="Aptos Display" pitchFamily="34" charset="-122"/>
                <a:cs typeface="Aptos Display" pitchFamily="34" charset="-120"/>
              </a:rPr>
              <a:t>Network Generation &amp; Import</a:t>
            </a:r>
            <a:endParaRPr lang="en-US" sz="1550"/>
          </a:p>
        </p:txBody>
      </p:sp>
      <p:sp>
        <p:nvSpPr>
          <p:cNvPr id="101" name="Shape 12">
            <a:extLst>
              <a:ext uri="{FF2B5EF4-FFF2-40B4-BE49-F238E27FC236}">
                <a16:creationId xmlns:a16="http://schemas.microsoft.com/office/drawing/2014/main" id="{20C145EE-48EF-283D-1282-2856FD6D2047}"/>
              </a:ext>
            </a:extLst>
          </p:cNvPr>
          <p:cNvSpPr/>
          <p:nvPr/>
        </p:nvSpPr>
        <p:spPr>
          <a:xfrm>
            <a:off x="304377" y="3151330"/>
            <a:ext cx="2057400" cy="2029968"/>
          </a:xfrm>
          <a:prstGeom prst="roundRect">
            <a:avLst>
              <a:gd name="adj" fmla="val 5405"/>
            </a:avLst>
          </a:prstGeom>
          <a:solidFill>
            <a:srgbClr val="FFFFFF"/>
          </a:solidFill>
          <a:ln w="12700">
            <a:solidFill>
              <a:srgbClr val="D9E1EC"/>
            </a:solidFill>
            <a:prstDash val="solid"/>
          </a:ln>
        </p:spPr>
        <p:txBody>
          <a:bodyPr/>
          <a:lstStyle/>
          <a:p>
            <a:endParaRPr lang="en-US"/>
          </a:p>
        </p:txBody>
      </p:sp>
      <p:sp>
        <p:nvSpPr>
          <p:cNvPr id="106" name="Shape 13">
            <a:extLst>
              <a:ext uri="{FF2B5EF4-FFF2-40B4-BE49-F238E27FC236}">
                <a16:creationId xmlns:a16="http://schemas.microsoft.com/office/drawing/2014/main" id="{FAA7E31A-F71F-C149-C30C-738247066F07}"/>
              </a:ext>
            </a:extLst>
          </p:cNvPr>
          <p:cNvSpPr/>
          <p:nvPr/>
        </p:nvSpPr>
        <p:spPr>
          <a:xfrm>
            <a:off x="423249" y="3306778"/>
            <a:ext cx="1819656" cy="73152"/>
          </a:xfrm>
          <a:prstGeom prst="rect">
            <a:avLst/>
          </a:prstGeom>
          <a:solidFill>
            <a:srgbClr val="00A5B5"/>
          </a:solidFill>
          <a:ln w="12700">
            <a:solidFill>
              <a:srgbClr val="333333">
                <a:alpha val="0"/>
              </a:srgbClr>
            </a:solidFill>
            <a:prstDash val="solid"/>
          </a:ln>
        </p:spPr>
        <p:txBody>
          <a:bodyPr/>
          <a:lstStyle/>
          <a:p>
            <a:endParaRPr lang="en-US"/>
          </a:p>
        </p:txBody>
      </p:sp>
      <p:sp>
        <p:nvSpPr>
          <p:cNvPr id="109" name="Text 14">
            <a:extLst>
              <a:ext uri="{FF2B5EF4-FFF2-40B4-BE49-F238E27FC236}">
                <a16:creationId xmlns:a16="http://schemas.microsoft.com/office/drawing/2014/main" id="{CE8803D8-2A2A-AC9F-EB5C-A5A4C7135EB4}"/>
              </a:ext>
            </a:extLst>
          </p:cNvPr>
          <p:cNvSpPr/>
          <p:nvPr/>
        </p:nvSpPr>
        <p:spPr>
          <a:xfrm>
            <a:off x="487257" y="3581098"/>
            <a:ext cx="1755648" cy="1271016"/>
          </a:xfrm>
          <a:prstGeom prst="rect">
            <a:avLst/>
          </a:prstGeom>
          <a:noFill/>
          <a:ln/>
        </p:spPr>
        <p:txBody>
          <a:bodyPr wrap="square" lIns="254" tIns="254" rIns="254" bIns="254" rtlCol="0" anchor="ctr">
            <a:normAutofit/>
          </a:bodyPr>
          <a:lstStyle/>
          <a:p>
            <a:pPr marL="0" indent="0">
              <a:buNone/>
            </a:pPr>
            <a:r>
              <a:rPr lang="en-US" sz="1300">
                <a:solidFill>
                  <a:srgbClr val="1F2937"/>
                </a:solidFill>
                <a:ea typeface="Aptos" pitchFamily="34" charset="-122"/>
                <a:cs typeface="Aptos" pitchFamily="34" charset="-120"/>
              </a:rPr>
              <a:t>Import an existing network or generate a network for the area of interest using OpenStreetMap data</a:t>
            </a:r>
            <a:endParaRPr lang="en-US" sz="1300"/>
          </a:p>
        </p:txBody>
      </p:sp>
      <p:sp>
        <p:nvSpPr>
          <p:cNvPr id="111" name="Shape 15">
            <a:extLst>
              <a:ext uri="{FF2B5EF4-FFF2-40B4-BE49-F238E27FC236}">
                <a16:creationId xmlns:a16="http://schemas.microsoft.com/office/drawing/2014/main" id="{C51E527A-9BF4-D63F-DC74-313513CCAB6D}"/>
              </a:ext>
            </a:extLst>
          </p:cNvPr>
          <p:cNvSpPr/>
          <p:nvPr/>
        </p:nvSpPr>
        <p:spPr>
          <a:xfrm>
            <a:off x="423249" y="5016706"/>
            <a:ext cx="1819656" cy="36576"/>
          </a:xfrm>
          <a:prstGeom prst="rect">
            <a:avLst/>
          </a:prstGeom>
          <a:solidFill>
            <a:srgbClr val="E7FAFC"/>
          </a:solidFill>
          <a:ln w="12700">
            <a:solidFill>
              <a:srgbClr val="333333">
                <a:alpha val="0"/>
              </a:srgbClr>
            </a:solidFill>
            <a:prstDash val="solid"/>
          </a:ln>
        </p:spPr>
        <p:txBody>
          <a:bodyPr/>
          <a:lstStyle/>
          <a:p>
            <a:endParaRPr lang="en-US"/>
          </a:p>
        </p:txBody>
      </p:sp>
      <p:sp>
        <p:nvSpPr>
          <p:cNvPr id="113" name="Shape 16">
            <a:extLst>
              <a:ext uri="{FF2B5EF4-FFF2-40B4-BE49-F238E27FC236}">
                <a16:creationId xmlns:a16="http://schemas.microsoft.com/office/drawing/2014/main" id="{DE894470-73A6-58FD-596F-8B815FD05F38}"/>
              </a:ext>
            </a:extLst>
          </p:cNvPr>
          <p:cNvSpPr/>
          <p:nvPr/>
        </p:nvSpPr>
        <p:spPr>
          <a:xfrm>
            <a:off x="3344757" y="1706578"/>
            <a:ext cx="548640" cy="548640"/>
          </a:xfrm>
          <a:prstGeom prst="ellipse">
            <a:avLst/>
          </a:prstGeom>
          <a:solidFill>
            <a:srgbClr val="2F80ED"/>
          </a:solidFill>
          <a:ln w="19050">
            <a:solidFill>
              <a:srgbClr val="FFFFFF"/>
            </a:solidFill>
            <a:prstDash val="solid"/>
          </a:ln>
        </p:spPr>
        <p:txBody>
          <a:bodyPr/>
          <a:lstStyle/>
          <a:p>
            <a:endParaRPr lang="en-US"/>
          </a:p>
        </p:txBody>
      </p:sp>
      <p:sp>
        <p:nvSpPr>
          <p:cNvPr id="115" name="Text 17">
            <a:extLst>
              <a:ext uri="{FF2B5EF4-FFF2-40B4-BE49-F238E27FC236}">
                <a16:creationId xmlns:a16="http://schemas.microsoft.com/office/drawing/2014/main" id="{565D46D5-0416-EAD8-5AB7-C5BF059CD046}"/>
              </a:ext>
            </a:extLst>
          </p:cNvPr>
          <p:cNvSpPr/>
          <p:nvPr/>
        </p:nvSpPr>
        <p:spPr>
          <a:xfrm>
            <a:off x="3344757" y="1807162"/>
            <a:ext cx="548640" cy="219456"/>
          </a:xfrm>
          <a:prstGeom prst="rect">
            <a:avLst/>
          </a:prstGeom>
          <a:noFill/>
          <a:ln/>
        </p:spPr>
        <p:txBody>
          <a:bodyPr wrap="square" lIns="0" tIns="0" rIns="0" bIns="0" rtlCol="0" anchor="ctr"/>
          <a:lstStyle/>
          <a:p>
            <a:pPr marL="0" indent="0" algn="ctr">
              <a:buNone/>
            </a:pPr>
            <a:r>
              <a:rPr lang="en-US" sz="1550" b="1">
                <a:solidFill>
                  <a:srgbClr val="FFFFFF"/>
                </a:solidFill>
                <a:ea typeface="Aptos Display" pitchFamily="34" charset="-122"/>
                <a:cs typeface="Aptos Display" pitchFamily="34" charset="-120"/>
              </a:rPr>
              <a:t>2</a:t>
            </a:r>
            <a:endParaRPr lang="en-US" sz="1550"/>
          </a:p>
        </p:txBody>
      </p:sp>
      <p:sp>
        <p:nvSpPr>
          <p:cNvPr id="117" name="Text 18">
            <a:extLst>
              <a:ext uri="{FF2B5EF4-FFF2-40B4-BE49-F238E27FC236}">
                <a16:creationId xmlns:a16="http://schemas.microsoft.com/office/drawing/2014/main" id="{394934E9-14B3-201B-DADF-7F82779CFF4E}"/>
              </a:ext>
            </a:extLst>
          </p:cNvPr>
          <p:cNvSpPr/>
          <p:nvPr/>
        </p:nvSpPr>
        <p:spPr>
          <a:xfrm>
            <a:off x="2590377" y="2319226"/>
            <a:ext cx="2057400" cy="164592"/>
          </a:xfrm>
          <a:prstGeom prst="rect">
            <a:avLst/>
          </a:prstGeom>
          <a:noFill/>
          <a:ln/>
        </p:spPr>
        <p:txBody>
          <a:bodyPr wrap="square" lIns="0" tIns="0" rIns="0" bIns="0" rtlCol="0" anchor="ctr"/>
          <a:lstStyle/>
          <a:p>
            <a:pPr marL="0" indent="0" algn="ctr">
              <a:buNone/>
            </a:pPr>
            <a:r>
              <a:rPr lang="en-US" sz="1050" b="1">
                <a:solidFill>
                  <a:srgbClr val="2F80ED"/>
                </a:solidFill>
                <a:ea typeface="Aptos" pitchFamily="34" charset="-122"/>
                <a:cs typeface="Aptos" pitchFamily="34" charset="-120"/>
              </a:rPr>
              <a:t>Step 2</a:t>
            </a:r>
            <a:endParaRPr lang="en-US" sz="1050"/>
          </a:p>
        </p:txBody>
      </p:sp>
      <p:sp>
        <p:nvSpPr>
          <p:cNvPr id="119" name="Text 19">
            <a:extLst>
              <a:ext uri="{FF2B5EF4-FFF2-40B4-BE49-F238E27FC236}">
                <a16:creationId xmlns:a16="http://schemas.microsoft.com/office/drawing/2014/main" id="{899AF705-BAC8-7414-117C-5711582D1B11}"/>
              </a:ext>
            </a:extLst>
          </p:cNvPr>
          <p:cNvSpPr/>
          <p:nvPr/>
        </p:nvSpPr>
        <p:spPr>
          <a:xfrm>
            <a:off x="2617809" y="2511250"/>
            <a:ext cx="2002536" cy="457200"/>
          </a:xfrm>
          <a:prstGeom prst="rect">
            <a:avLst/>
          </a:prstGeom>
          <a:noFill/>
          <a:ln/>
        </p:spPr>
        <p:txBody>
          <a:bodyPr wrap="square" lIns="254" tIns="254" rIns="254" bIns="254" rtlCol="0" anchor="ctr">
            <a:normAutofit lnSpcReduction="10000"/>
          </a:bodyPr>
          <a:lstStyle/>
          <a:p>
            <a:pPr marL="0" indent="0" algn="ctr">
              <a:buNone/>
            </a:pPr>
            <a:r>
              <a:rPr lang="en-US" sz="1550" b="1">
                <a:solidFill>
                  <a:srgbClr val="12304A"/>
                </a:solidFill>
                <a:ea typeface="Aptos Display" pitchFamily="34" charset="-122"/>
                <a:cs typeface="Aptos Display" pitchFamily="34" charset="-120"/>
              </a:rPr>
              <a:t>Matchup Table Generation</a:t>
            </a:r>
            <a:endParaRPr lang="en-US" sz="1550"/>
          </a:p>
        </p:txBody>
      </p:sp>
      <p:sp>
        <p:nvSpPr>
          <p:cNvPr id="121" name="Shape 20">
            <a:extLst>
              <a:ext uri="{FF2B5EF4-FFF2-40B4-BE49-F238E27FC236}">
                <a16:creationId xmlns:a16="http://schemas.microsoft.com/office/drawing/2014/main" id="{D846E366-C29B-2A07-708A-86D3C958BF32}"/>
              </a:ext>
            </a:extLst>
          </p:cNvPr>
          <p:cNvSpPr/>
          <p:nvPr/>
        </p:nvSpPr>
        <p:spPr>
          <a:xfrm>
            <a:off x="2590377" y="3151330"/>
            <a:ext cx="2057400" cy="2029968"/>
          </a:xfrm>
          <a:prstGeom prst="roundRect">
            <a:avLst>
              <a:gd name="adj" fmla="val 5405"/>
            </a:avLst>
          </a:prstGeom>
          <a:solidFill>
            <a:srgbClr val="FFFFFF"/>
          </a:solidFill>
          <a:ln w="12700">
            <a:solidFill>
              <a:srgbClr val="D9E1EC"/>
            </a:solidFill>
            <a:prstDash val="solid"/>
          </a:ln>
        </p:spPr>
        <p:txBody>
          <a:bodyPr/>
          <a:lstStyle/>
          <a:p>
            <a:endParaRPr lang="en-US"/>
          </a:p>
        </p:txBody>
      </p:sp>
      <p:sp>
        <p:nvSpPr>
          <p:cNvPr id="123" name="Shape 21">
            <a:extLst>
              <a:ext uri="{FF2B5EF4-FFF2-40B4-BE49-F238E27FC236}">
                <a16:creationId xmlns:a16="http://schemas.microsoft.com/office/drawing/2014/main" id="{12D436C1-D8F4-EF5E-60DB-BF4CFDF29B03}"/>
              </a:ext>
            </a:extLst>
          </p:cNvPr>
          <p:cNvSpPr/>
          <p:nvPr/>
        </p:nvSpPr>
        <p:spPr>
          <a:xfrm>
            <a:off x="2709249" y="3306778"/>
            <a:ext cx="1819656" cy="73152"/>
          </a:xfrm>
          <a:prstGeom prst="rect">
            <a:avLst/>
          </a:prstGeom>
          <a:solidFill>
            <a:srgbClr val="2F80ED"/>
          </a:solidFill>
          <a:ln w="12700">
            <a:solidFill>
              <a:srgbClr val="333333">
                <a:alpha val="0"/>
              </a:srgbClr>
            </a:solidFill>
            <a:prstDash val="solid"/>
          </a:ln>
        </p:spPr>
        <p:txBody>
          <a:bodyPr/>
          <a:lstStyle/>
          <a:p>
            <a:endParaRPr lang="en-US"/>
          </a:p>
        </p:txBody>
      </p:sp>
      <p:sp>
        <p:nvSpPr>
          <p:cNvPr id="125" name="Text 22">
            <a:extLst>
              <a:ext uri="{FF2B5EF4-FFF2-40B4-BE49-F238E27FC236}">
                <a16:creationId xmlns:a16="http://schemas.microsoft.com/office/drawing/2014/main" id="{A19C80F5-CADB-121F-967C-62D972E920B1}"/>
              </a:ext>
            </a:extLst>
          </p:cNvPr>
          <p:cNvSpPr/>
          <p:nvPr/>
        </p:nvSpPr>
        <p:spPr>
          <a:xfrm>
            <a:off x="2773257" y="3581098"/>
            <a:ext cx="1755648" cy="1271016"/>
          </a:xfrm>
          <a:prstGeom prst="rect">
            <a:avLst/>
          </a:prstGeom>
          <a:noFill/>
          <a:ln/>
        </p:spPr>
        <p:txBody>
          <a:bodyPr wrap="square" lIns="254" tIns="254" rIns="254" bIns="254" rtlCol="0" anchor="ctr">
            <a:normAutofit/>
          </a:bodyPr>
          <a:lstStyle/>
          <a:p>
            <a:pPr marL="0" indent="0">
              <a:buNone/>
            </a:pPr>
            <a:r>
              <a:rPr lang="en-US" sz="1300">
                <a:solidFill>
                  <a:srgbClr val="1F2937"/>
                </a:solidFill>
                <a:ea typeface="Aptos" pitchFamily="34" charset="-122"/>
                <a:cs typeface="Aptos" pitchFamily="34" charset="-120"/>
              </a:rPr>
              <a:t>Generate mapping tables that align real-world network elements with their corresponding simulator object IDs</a:t>
            </a:r>
            <a:endParaRPr lang="en-US" sz="1300"/>
          </a:p>
        </p:txBody>
      </p:sp>
      <p:sp>
        <p:nvSpPr>
          <p:cNvPr id="127" name="Shape 23">
            <a:extLst>
              <a:ext uri="{FF2B5EF4-FFF2-40B4-BE49-F238E27FC236}">
                <a16:creationId xmlns:a16="http://schemas.microsoft.com/office/drawing/2014/main" id="{9D5C4560-EBA5-1513-4F97-1AA8D0CD4B14}"/>
              </a:ext>
            </a:extLst>
          </p:cNvPr>
          <p:cNvSpPr/>
          <p:nvPr/>
        </p:nvSpPr>
        <p:spPr>
          <a:xfrm>
            <a:off x="2709249" y="5016706"/>
            <a:ext cx="1819656" cy="36576"/>
          </a:xfrm>
          <a:prstGeom prst="rect">
            <a:avLst/>
          </a:prstGeom>
          <a:solidFill>
            <a:srgbClr val="EAF2FF"/>
          </a:solidFill>
          <a:ln w="12700">
            <a:solidFill>
              <a:srgbClr val="333333">
                <a:alpha val="0"/>
              </a:srgbClr>
            </a:solidFill>
            <a:prstDash val="solid"/>
          </a:ln>
        </p:spPr>
        <p:txBody>
          <a:bodyPr/>
          <a:lstStyle/>
          <a:p>
            <a:endParaRPr lang="en-US"/>
          </a:p>
        </p:txBody>
      </p:sp>
      <p:sp>
        <p:nvSpPr>
          <p:cNvPr id="129" name="Shape 24">
            <a:extLst>
              <a:ext uri="{FF2B5EF4-FFF2-40B4-BE49-F238E27FC236}">
                <a16:creationId xmlns:a16="http://schemas.microsoft.com/office/drawing/2014/main" id="{C37C3221-A6D5-A028-157F-B8EFF152E786}"/>
              </a:ext>
            </a:extLst>
          </p:cNvPr>
          <p:cNvSpPr/>
          <p:nvPr/>
        </p:nvSpPr>
        <p:spPr>
          <a:xfrm>
            <a:off x="5630757" y="1706578"/>
            <a:ext cx="548640" cy="548640"/>
          </a:xfrm>
          <a:prstGeom prst="ellipse">
            <a:avLst/>
          </a:prstGeom>
          <a:solidFill>
            <a:srgbClr val="8B5CF6"/>
          </a:solidFill>
          <a:ln w="19050">
            <a:solidFill>
              <a:srgbClr val="FFFFFF"/>
            </a:solidFill>
            <a:prstDash val="solid"/>
          </a:ln>
        </p:spPr>
        <p:txBody>
          <a:bodyPr/>
          <a:lstStyle/>
          <a:p>
            <a:endParaRPr lang="en-US"/>
          </a:p>
        </p:txBody>
      </p:sp>
      <p:sp>
        <p:nvSpPr>
          <p:cNvPr id="131" name="Text 25">
            <a:extLst>
              <a:ext uri="{FF2B5EF4-FFF2-40B4-BE49-F238E27FC236}">
                <a16:creationId xmlns:a16="http://schemas.microsoft.com/office/drawing/2014/main" id="{7CD72D5B-2C47-4967-BB14-FCD8AD8B7816}"/>
              </a:ext>
            </a:extLst>
          </p:cNvPr>
          <p:cNvSpPr/>
          <p:nvPr/>
        </p:nvSpPr>
        <p:spPr>
          <a:xfrm>
            <a:off x="5630757" y="1807162"/>
            <a:ext cx="548640" cy="219456"/>
          </a:xfrm>
          <a:prstGeom prst="rect">
            <a:avLst/>
          </a:prstGeom>
          <a:noFill/>
          <a:ln/>
        </p:spPr>
        <p:txBody>
          <a:bodyPr wrap="square" lIns="0" tIns="0" rIns="0" bIns="0" rtlCol="0" anchor="ctr"/>
          <a:lstStyle/>
          <a:p>
            <a:pPr marL="0" indent="0" algn="ctr">
              <a:buNone/>
            </a:pPr>
            <a:r>
              <a:rPr lang="en-US" sz="1550" b="1">
                <a:solidFill>
                  <a:srgbClr val="FFFFFF"/>
                </a:solidFill>
                <a:ea typeface="Aptos Display" pitchFamily="34" charset="-122"/>
                <a:cs typeface="Aptos Display" pitchFamily="34" charset="-120"/>
              </a:rPr>
              <a:t>3</a:t>
            </a:r>
            <a:endParaRPr lang="en-US" sz="1550"/>
          </a:p>
        </p:txBody>
      </p:sp>
      <p:sp>
        <p:nvSpPr>
          <p:cNvPr id="133" name="Text 26">
            <a:extLst>
              <a:ext uri="{FF2B5EF4-FFF2-40B4-BE49-F238E27FC236}">
                <a16:creationId xmlns:a16="http://schemas.microsoft.com/office/drawing/2014/main" id="{BD126BEB-82F8-D859-CB01-6923F60DC8EB}"/>
              </a:ext>
            </a:extLst>
          </p:cNvPr>
          <p:cNvSpPr/>
          <p:nvPr/>
        </p:nvSpPr>
        <p:spPr>
          <a:xfrm>
            <a:off x="4876377" y="2319226"/>
            <a:ext cx="2057400" cy="164592"/>
          </a:xfrm>
          <a:prstGeom prst="rect">
            <a:avLst/>
          </a:prstGeom>
          <a:noFill/>
          <a:ln/>
        </p:spPr>
        <p:txBody>
          <a:bodyPr wrap="square" lIns="0" tIns="0" rIns="0" bIns="0" rtlCol="0" anchor="ctr"/>
          <a:lstStyle/>
          <a:p>
            <a:pPr marL="0" indent="0" algn="ctr">
              <a:buNone/>
            </a:pPr>
            <a:r>
              <a:rPr lang="en-US" sz="1050" b="1">
                <a:solidFill>
                  <a:srgbClr val="8B5CF6"/>
                </a:solidFill>
                <a:ea typeface="Aptos" pitchFamily="34" charset="-122"/>
                <a:cs typeface="Aptos" pitchFamily="34" charset="-120"/>
              </a:rPr>
              <a:t>Step 3</a:t>
            </a:r>
            <a:endParaRPr lang="en-US" sz="1050"/>
          </a:p>
        </p:txBody>
      </p:sp>
      <p:sp>
        <p:nvSpPr>
          <p:cNvPr id="135" name="Text 27">
            <a:extLst>
              <a:ext uri="{FF2B5EF4-FFF2-40B4-BE49-F238E27FC236}">
                <a16:creationId xmlns:a16="http://schemas.microsoft.com/office/drawing/2014/main" id="{7EB9B6C6-F8A2-08E2-EF78-B80314B6A836}"/>
              </a:ext>
            </a:extLst>
          </p:cNvPr>
          <p:cNvSpPr/>
          <p:nvPr/>
        </p:nvSpPr>
        <p:spPr>
          <a:xfrm>
            <a:off x="4903809" y="2511250"/>
            <a:ext cx="2002536" cy="457200"/>
          </a:xfrm>
          <a:prstGeom prst="rect">
            <a:avLst/>
          </a:prstGeom>
          <a:noFill/>
          <a:ln/>
        </p:spPr>
        <p:txBody>
          <a:bodyPr wrap="square" lIns="254" tIns="254" rIns="254" bIns="254" rtlCol="0" anchor="ctr">
            <a:normAutofit/>
          </a:bodyPr>
          <a:lstStyle/>
          <a:p>
            <a:pPr marL="0" indent="0" algn="ctr">
              <a:buNone/>
            </a:pPr>
            <a:r>
              <a:rPr lang="en-US" sz="1550" b="1">
                <a:solidFill>
                  <a:srgbClr val="12304A"/>
                </a:solidFill>
                <a:ea typeface="Aptos Display" pitchFamily="34" charset="-122"/>
                <a:cs typeface="Aptos Display" pitchFamily="34" charset="-120"/>
              </a:rPr>
              <a:t>Demand Import</a:t>
            </a:r>
            <a:endParaRPr lang="en-US" sz="1550"/>
          </a:p>
        </p:txBody>
      </p:sp>
      <p:sp>
        <p:nvSpPr>
          <p:cNvPr id="137" name="Shape 28">
            <a:extLst>
              <a:ext uri="{FF2B5EF4-FFF2-40B4-BE49-F238E27FC236}">
                <a16:creationId xmlns:a16="http://schemas.microsoft.com/office/drawing/2014/main" id="{E83A7B9C-E428-2F79-7743-16034472BC9B}"/>
              </a:ext>
            </a:extLst>
          </p:cNvPr>
          <p:cNvSpPr/>
          <p:nvPr/>
        </p:nvSpPr>
        <p:spPr>
          <a:xfrm>
            <a:off x="4876377" y="3151330"/>
            <a:ext cx="2057400" cy="2029968"/>
          </a:xfrm>
          <a:prstGeom prst="roundRect">
            <a:avLst>
              <a:gd name="adj" fmla="val 5405"/>
            </a:avLst>
          </a:prstGeom>
          <a:solidFill>
            <a:srgbClr val="FFFFFF"/>
          </a:solidFill>
          <a:ln w="12700">
            <a:solidFill>
              <a:srgbClr val="D9E1EC"/>
            </a:solidFill>
            <a:prstDash val="solid"/>
          </a:ln>
        </p:spPr>
        <p:txBody>
          <a:bodyPr/>
          <a:lstStyle/>
          <a:p>
            <a:endParaRPr lang="en-US"/>
          </a:p>
        </p:txBody>
      </p:sp>
      <p:sp>
        <p:nvSpPr>
          <p:cNvPr id="139" name="Shape 29">
            <a:extLst>
              <a:ext uri="{FF2B5EF4-FFF2-40B4-BE49-F238E27FC236}">
                <a16:creationId xmlns:a16="http://schemas.microsoft.com/office/drawing/2014/main" id="{6E419D96-CFC0-0831-DAA6-60CE36A2932F}"/>
              </a:ext>
            </a:extLst>
          </p:cNvPr>
          <p:cNvSpPr/>
          <p:nvPr/>
        </p:nvSpPr>
        <p:spPr>
          <a:xfrm>
            <a:off x="4995249" y="3306778"/>
            <a:ext cx="1819656" cy="73152"/>
          </a:xfrm>
          <a:prstGeom prst="rect">
            <a:avLst/>
          </a:prstGeom>
          <a:solidFill>
            <a:srgbClr val="8B5CF6"/>
          </a:solidFill>
          <a:ln w="12700">
            <a:solidFill>
              <a:srgbClr val="333333">
                <a:alpha val="0"/>
              </a:srgbClr>
            </a:solidFill>
            <a:prstDash val="solid"/>
          </a:ln>
        </p:spPr>
        <p:txBody>
          <a:bodyPr/>
          <a:lstStyle/>
          <a:p>
            <a:endParaRPr lang="en-US"/>
          </a:p>
        </p:txBody>
      </p:sp>
      <p:sp>
        <p:nvSpPr>
          <p:cNvPr id="141" name="Text 30">
            <a:extLst>
              <a:ext uri="{FF2B5EF4-FFF2-40B4-BE49-F238E27FC236}">
                <a16:creationId xmlns:a16="http://schemas.microsoft.com/office/drawing/2014/main" id="{D39FB6D0-6E97-9C8F-760A-0037A7760D87}"/>
              </a:ext>
            </a:extLst>
          </p:cNvPr>
          <p:cNvSpPr/>
          <p:nvPr/>
        </p:nvSpPr>
        <p:spPr>
          <a:xfrm>
            <a:off x="5059257" y="3581098"/>
            <a:ext cx="1792224" cy="1271016"/>
          </a:xfrm>
          <a:prstGeom prst="rect">
            <a:avLst/>
          </a:prstGeom>
          <a:noFill/>
          <a:ln/>
        </p:spPr>
        <p:txBody>
          <a:bodyPr wrap="square" lIns="254" tIns="254" rIns="254" bIns="254" rtlCol="0" anchor="ctr">
            <a:normAutofit/>
          </a:bodyPr>
          <a:lstStyle/>
          <a:p>
            <a:pPr marL="0" indent="0">
              <a:buNone/>
            </a:pPr>
            <a:r>
              <a:rPr lang="en-US" sz="1300">
                <a:solidFill>
                  <a:srgbClr val="1F2937"/>
                </a:solidFill>
                <a:ea typeface="Aptos" pitchFamily="34" charset="-122"/>
                <a:cs typeface="Aptos" pitchFamily="34" charset="-120"/>
              </a:rPr>
              <a:t>Convert field traffic counts into simulator-ready demand inputs matched to the network</a:t>
            </a:r>
            <a:endParaRPr lang="en-US" sz="1300"/>
          </a:p>
        </p:txBody>
      </p:sp>
      <p:sp>
        <p:nvSpPr>
          <p:cNvPr id="143" name="Shape 31">
            <a:extLst>
              <a:ext uri="{FF2B5EF4-FFF2-40B4-BE49-F238E27FC236}">
                <a16:creationId xmlns:a16="http://schemas.microsoft.com/office/drawing/2014/main" id="{B7D85C63-5685-004D-724D-448368E2C025}"/>
              </a:ext>
            </a:extLst>
          </p:cNvPr>
          <p:cNvSpPr/>
          <p:nvPr/>
        </p:nvSpPr>
        <p:spPr>
          <a:xfrm>
            <a:off x="4995249" y="5016706"/>
            <a:ext cx="1819656" cy="36576"/>
          </a:xfrm>
          <a:prstGeom prst="rect">
            <a:avLst/>
          </a:prstGeom>
          <a:solidFill>
            <a:srgbClr val="F2ECFF"/>
          </a:solidFill>
          <a:ln w="12700">
            <a:solidFill>
              <a:srgbClr val="333333">
                <a:alpha val="0"/>
              </a:srgbClr>
            </a:solidFill>
            <a:prstDash val="solid"/>
          </a:ln>
        </p:spPr>
        <p:txBody>
          <a:bodyPr/>
          <a:lstStyle/>
          <a:p>
            <a:endParaRPr lang="en-US"/>
          </a:p>
        </p:txBody>
      </p:sp>
      <p:sp>
        <p:nvSpPr>
          <p:cNvPr id="145" name="Shape 32">
            <a:extLst>
              <a:ext uri="{FF2B5EF4-FFF2-40B4-BE49-F238E27FC236}">
                <a16:creationId xmlns:a16="http://schemas.microsoft.com/office/drawing/2014/main" id="{E47A34FF-BCDC-AA42-FF3A-D9FAA6F3F2C4}"/>
              </a:ext>
            </a:extLst>
          </p:cNvPr>
          <p:cNvSpPr/>
          <p:nvPr/>
        </p:nvSpPr>
        <p:spPr>
          <a:xfrm>
            <a:off x="7916757" y="1706578"/>
            <a:ext cx="548640" cy="548640"/>
          </a:xfrm>
          <a:prstGeom prst="ellipse">
            <a:avLst/>
          </a:prstGeom>
          <a:solidFill>
            <a:srgbClr val="F59E0B"/>
          </a:solidFill>
          <a:ln w="19050">
            <a:solidFill>
              <a:srgbClr val="FFFFFF"/>
            </a:solidFill>
            <a:prstDash val="solid"/>
          </a:ln>
        </p:spPr>
        <p:txBody>
          <a:bodyPr/>
          <a:lstStyle/>
          <a:p>
            <a:endParaRPr lang="en-US"/>
          </a:p>
        </p:txBody>
      </p:sp>
      <p:sp>
        <p:nvSpPr>
          <p:cNvPr id="147" name="Text 33">
            <a:extLst>
              <a:ext uri="{FF2B5EF4-FFF2-40B4-BE49-F238E27FC236}">
                <a16:creationId xmlns:a16="http://schemas.microsoft.com/office/drawing/2014/main" id="{3831A2B6-5B97-D8D8-A1DB-090833EAD668}"/>
              </a:ext>
            </a:extLst>
          </p:cNvPr>
          <p:cNvSpPr/>
          <p:nvPr/>
        </p:nvSpPr>
        <p:spPr>
          <a:xfrm>
            <a:off x="7916757" y="1807162"/>
            <a:ext cx="548640" cy="219456"/>
          </a:xfrm>
          <a:prstGeom prst="rect">
            <a:avLst/>
          </a:prstGeom>
          <a:noFill/>
          <a:ln/>
        </p:spPr>
        <p:txBody>
          <a:bodyPr wrap="square" lIns="0" tIns="0" rIns="0" bIns="0" rtlCol="0" anchor="ctr"/>
          <a:lstStyle/>
          <a:p>
            <a:pPr marL="0" indent="0" algn="ctr">
              <a:buNone/>
            </a:pPr>
            <a:r>
              <a:rPr lang="en-US" sz="1550" b="1">
                <a:solidFill>
                  <a:srgbClr val="FFFFFF"/>
                </a:solidFill>
                <a:ea typeface="Aptos Display" pitchFamily="34" charset="-122"/>
                <a:cs typeface="Aptos Display" pitchFamily="34" charset="-120"/>
              </a:rPr>
              <a:t>4</a:t>
            </a:r>
            <a:endParaRPr lang="en-US" sz="1550"/>
          </a:p>
        </p:txBody>
      </p:sp>
      <p:sp>
        <p:nvSpPr>
          <p:cNvPr id="149" name="Text 34">
            <a:extLst>
              <a:ext uri="{FF2B5EF4-FFF2-40B4-BE49-F238E27FC236}">
                <a16:creationId xmlns:a16="http://schemas.microsoft.com/office/drawing/2014/main" id="{BFC9D2B4-6304-B626-447B-AEF1EE057701}"/>
              </a:ext>
            </a:extLst>
          </p:cNvPr>
          <p:cNvSpPr/>
          <p:nvPr/>
        </p:nvSpPr>
        <p:spPr>
          <a:xfrm>
            <a:off x="7162377" y="2319226"/>
            <a:ext cx="2057400" cy="164592"/>
          </a:xfrm>
          <a:prstGeom prst="rect">
            <a:avLst/>
          </a:prstGeom>
          <a:noFill/>
          <a:ln/>
        </p:spPr>
        <p:txBody>
          <a:bodyPr wrap="square" lIns="0" tIns="0" rIns="0" bIns="0" rtlCol="0" anchor="ctr"/>
          <a:lstStyle/>
          <a:p>
            <a:pPr marL="0" indent="0" algn="ctr">
              <a:buNone/>
            </a:pPr>
            <a:r>
              <a:rPr lang="en-US" sz="1050" b="1">
                <a:solidFill>
                  <a:srgbClr val="F59E0B"/>
                </a:solidFill>
                <a:ea typeface="Aptos" pitchFamily="34" charset="-122"/>
                <a:cs typeface="Aptos" pitchFamily="34" charset="-120"/>
              </a:rPr>
              <a:t>Step 4</a:t>
            </a:r>
            <a:endParaRPr lang="en-US" sz="1050"/>
          </a:p>
        </p:txBody>
      </p:sp>
      <p:sp>
        <p:nvSpPr>
          <p:cNvPr id="151" name="Text 35">
            <a:extLst>
              <a:ext uri="{FF2B5EF4-FFF2-40B4-BE49-F238E27FC236}">
                <a16:creationId xmlns:a16="http://schemas.microsoft.com/office/drawing/2014/main" id="{9FC6E9C3-03FF-620F-1AAD-96AB82333238}"/>
              </a:ext>
            </a:extLst>
          </p:cNvPr>
          <p:cNvSpPr/>
          <p:nvPr/>
        </p:nvSpPr>
        <p:spPr>
          <a:xfrm>
            <a:off x="7189809" y="2511250"/>
            <a:ext cx="2002536" cy="457200"/>
          </a:xfrm>
          <a:prstGeom prst="rect">
            <a:avLst/>
          </a:prstGeom>
          <a:noFill/>
          <a:ln/>
        </p:spPr>
        <p:txBody>
          <a:bodyPr wrap="square" lIns="254" tIns="254" rIns="254" bIns="254" rtlCol="0" anchor="ctr">
            <a:normAutofit/>
          </a:bodyPr>
          <a:lstStyle/>
          <a:p>
            <a:pPr marL="0" indent="0" algn="ctr">
              <a:buNone/>
            </a:pPr>
            <a:r>
              <a:rPr lang="en-US" sz="1550" b="1">
                <a:solidFill>
                  <a:srgbClr val="12304A"/>
                </a:solidFill>
                <a:ea typeface="Aptos Display" pitchFamily="34" charset="-122"/>
                <a:cs typeface="Aptos Display" pitchFamily="34" charset="-120"/>
              </a:rPr>
              <a:t>Signal Import</a:t>
            </a:r>
            <a:endParaRPr lang="en-US" sz="1550"/>
          </a:p>
        </p:txBody>
      </p:sp>
      <p:sp>
        <p:nvSpPr>
          <p:cNvPr id="153" name="Shape 36">
            <a:extLst>
              <a:ext uri="{FF2B5EF4-FFF2-40B4-BE49-F238E27FC236}">
                <a16:creationId xmlns:a16="http://schemas.microsoft.com/office/drawing/2014/main" id="{A9D3630E-B3B2-26B2-156D-D9B77DBA2971}"/>
              </a:ext>
            </a:extLst>
          </p:cNvPr>
          <p:cNvSpPr/>
          <p:nvPr/>
        </p:nvSpPr>
        <p:spPr>
          <a:xfrm>
            <a:off x="7162377" y="3151330"/>
            <a:ext cx="2057400" cy="2029968"/>
          </a:xfrm>
          <a:prstGeom prst="roundRect">
            <a:avLst>
              <a:gd name="adj" fmla="val 5405"/>
            </a:avLst>
          </a:prstGeom>
          <a:solidFill>
            <a:srgbClr val="FFFFFF"/>
          </a:solidFill>
          <a:ln w="12700">
            <a:solidFill>
              <a:srgbClr val="D9E1EC"/>
            </a:solidFill>
            <a:prstDash val="solid"/>
          </a:ln>
        </p:spPr>
        <p:txBody>
          <a:bodyPr/>
          <a:lstStyle/>
          <a:p>
            <a:endParaRPr lang="en-US"/>
          </a:p>
        </p:txBody>
      </p:sp>
      <p:sp>
        <p:nvSpPr>
          <p:cNvPr id="155" name="Shape 37">
            <a:extLst>
              <a:ext uri="{FF2B5EF4-FFF2-40B4-BE49-F238E27FC236}">
                <a16:creationId xmlns:a16="http://schemas.microsoft.com/office/drawing/2014/main" id="{5A1A2342-24F7-EC47-ED41-FF6923CFFE4F}"/>
              </a:ext>
            </a:extLst>
          </p:cNvPr>
          <p:cNvSpPr/>
          <p:nvPr/>
        </p:nvSpPr>
        <p:spPr>
          <a:xfrm>
            <a:off x="7281249" y="3306778"/>
            <a:ext cx="1819656" cy="73152"/>
          </a:xfrm>
          <a:prstGeom prst="rect">
            <a:avLst/>
          </a:prstGeom>
          <a:solidFill>
            <a:srgbClr val="F59E0B"/>
          </a:solidFill>
          <a:ln w="12700">
            <a:solidFill>
              <a:srgbClr val="333333">
                <a:alpha val="0"/>
              </a:srgbClr>
            </a:solidFill>
            <a:prstDash val="solid"/>
          </a:ln>
        </p:spPr>
        <p:txBody>
          <a:bodyPr/>
          <a:lstStyle/>
          <a:p>
            <a:endParaRPr lang="en-US"/>
          </a:p>
        </p:txBody>
      </p:sp>
      <p:sp>
        <p:nvSpPr>
          <p:cNvPr id="157" name="Text 38">
            <a:extLst>
              <a:ext uri="{FF2B5EF4-FFF2-40B4-BE49-F238E27FC236}">
                <a16:creationId xmlns:a16="http://schemas.microsoft.com/office/drawing/2014/main" id="{ACE49677-2FCD-25B9-CEC5-19D9133AFFA9}"/>
              </a:ext>
            </a:extLst>
          </p:cNvPr>
          <p:cNvSpPr/>
          <p:nvPr/>
        </p:nvSpPr>
        <p:spPr>
          <a:xfrm>
            <a:off x="7345257" y="3581098"/>
            <a:ext cx="1792224" cy="1271016"/>
          </a:xfrm>
          <a:prstGeom prst="rect">
            <a:avLst/>
          </a:prstGeom>
          <a:noFill/>
          <a:ln/>
        </p:spPr>
        <p:txBody>
          <a:bodyPr wrap="square" lIns="254" tIns="254" rIns="254" bIns="254" rtlCol="0" anchor="ctr">
            <a:noAutofit/>
          </a:bodyPr>
          <a:lstStyle/>
          <a:p>
            <a:pPr marL="0" indent="0">
              <a:buNone/>
            </a:pPr>
            <a:r>
              <a:rPr lang="en-US" sz="1300">
                <a:solidFill>
                  <a:srgbClr val="1F2937"/>
                </a:solidFill>
                <a:ea typeface="Aptos" pitchFamily="34" charset="-122"/>
                <a:cs typeface="Aptos" pitchFamily="34" charset="-120"/>
              </a:rPr>
              <a:t>Import signal timing and control data, then automatically configure the corresponding signal plans in the traffic simulator</a:t>
            </a:r>
            <a:endParaRPr lang="en-US" sz="1300"/>
          </a:p>
        </p:txBody>
      </p:sp>
      <p:sp>
        <p:nvSpPr>
          <p:cNvPr id="159" name="Shape 39">
            <a:extLst>
              <a:ext uri="{FF2B5EF4-FFF2-40B4-BE49-F238E27FC236}">
                <a16:creationId xmlns:a16="http://schemas.microsoft.com/office/drawing/2014/main" id="{76BDA2AA-B8D2-8D39-51D7-4EE07F2769FC}"/>
              </a:ext>
            </a:extLst>
          </p:cNvPr>
          <p:cNvSpPr/>
          <p:nvPr/>
        </p:nvSpPr>
        <p:spPr>
          <a:xfrm>
            <a:off x="7281249" y="5016706"/>
            <a:ext cx="1819656" cy="36576"/>
          </a:xfrm>
          <a:prstGeom prst="rect">
            <a:avLst/>
          </a:prstGeom>
          <a:solidFill>
            <a:srgbClr val="FFF5DE"/>
          </a:solidFill>
          <a:ln w="12700">
            <a:solidFill>
              <a:srgbClr val="333333">
                <a:alpha val="0"/>
              </a:srgbClr>
            </a:solidFill>
            <a:prstDash val="solid"/>
          </a:ln>
        </p:spPr>
        <p:txBody>
          <a:bodyPr/>
          <a:lstStyle/>
          <a:p>
            <a:endParaRPr lang="en-US"/>
          </a:p>
        </p:txBody>
      </p:sp>
      <p:sp>
        <p:nvSpPr>
          <p:cNvPr id="161" name="Shape 40">
            <a:extLst>
              <a:ext uri="{FF2B5EF4-FFF2-40B4-BE49-F238E27FC236}">
                <a16:creationId xmlns:a16="http://schemas.microsoft.com/office/drawing/2014/main" id="{830C7740-5513-662D-9090-657B0EC1FB7C}"/>
              </a:ext>
            </a:extLst>
          </p:cNvPr>
          <p:cNvSpPr/>
          <p:nvPr/>
        </p:nvSpPr>
        <p:spPr>
          <a:xfrm>
            <a:off x="10202757" y="1706578"/>
            <a:ext cx="548640" cy="548640"/>
          </a:xfrm>
          <a:prstGeom prst="ellipse">
            <a:avLst/>
          </a:prstGeom>
          <a:solidFill>
            <a:srgbClr val="20B486"/>
          </a:solidFill>
          <a:ln w="19050">
            <a:solidFill>
              <a:srgbClr val="FFFFFF"/>
            </a:solidFill>
            <a:prstDash val="solid"/>
          </a:ln>
        </p:spPr>
        <p:txBody>
          <a:bodyPr/>
          <a:lstStyle/>
          <a:p>
            <a:endParaRPr lang="en-US"/>
          </a:p>
        </p:txBody>
      </p:sp>
      <p:sp>
        <p:nvSpPr>
          <p:cNvPr id="163" name="Text 41">
            <a:extLst>
              <a:ext uri="{FF2B5EF4-FFF2-40B4-BE49-F238E27FC236}">
                <a16:creationId xmlns:a16="http://schemas.microsoft.com/office/drawing/2014/main" id="{45837F0D-B45E-12D0-AF66-D711E1268D2A}"/>
              </a:ext>
            </a:extLst>
          </p:cNvPr>
          <p:cNvSpPr/>
          <p:nvPr/>
        </p:nvSpPr>
        <p:spPr>
          <a:xfrm>
            <a:off x="10202757" y="1807162"/>
            <a:ext cx="548640" cy="219456"/>
          </a:xfrm>
          <a:prstGeom prst="rect">
            <a:avLst/>
          </a:prstGeom>
          <a:noFill/>
          <a:ln/>
        </p:spPr>
        <p:txBody>
          <a:bodyPr wrap="square" lIns="0" tIns="0" rIns="0" bIns="0" rtlCol="0" anchor="ctr"/>
          <a:lstStyle/>
          <a:p>
            <a:pPr marL="0" indent="0" algn="ctr">
              <a:buNone/>
            </a:pPr>
            <a:r>
              <a:rPr lang="en-US" sz="1550" b="1">
                <a:solidFill>
                  <a:srgbClr val="FFFFFF"/>
                </a:solidFill>
                <a:ea typeface="Aptos Display" pitchFamily="34" charset="-122"/>
                <a:cs typeface="Aptos Display" pitchFamily="34" charset="-120"/>
              </a:rPr>
              <a:t>5</a:t>
            </a:r>
            <a:endParaRPr lang="en-US" sz="1550"/>
          </a:p>
        </p:txBody>
      </p:sp>
      <p:sp>
        <p:nvSpPr>
          <p:cNvPr id="165" name="Text 42">
            <a:extLst>
              <a:ext uri="{FF2B5EF4-FFF2-40B4-BE49-F238E27FC236}">
                <a16:creationId xmlns:a16="http://schemas.microsoft.com/office/drawing/2014/main" id="{C8F8A2B6-B320-7CF3-1ADC-E3EC8489DF12}"/>
              </a:ext>
            </a:extLst>
          </p:cNvPr>
          <p:cNvSpPr/>
          <p:nvPr/>
        </p:nvSpPr>
        <p:spPr>
          <a:xfrm>
            <a:off x="9448377" y="2319226"/>
            <a:ext cx="2057400" cy="164592"/>
          </a:xfrm>
          <a:prstGeom prst="rect">
            <a:avLst/>
          </a:prstGeom>
          <a:noFill/>
          <a:ln/>
        </p:spPr>
        <p:txBody>
          <a:bodyPr wrap="square" lIns="0" tIns="0" rIns="0" bIns="0" rtlCol="0" anchor="ctr"/>
          <a:lstStyle/>
          <a:p>
            <a:pPr marL="0" indent="0" algn="ctr">
              <a:buNone/>
            </a:pPr>
            <a:r>
              <a:rPr lang="en-US" sz="1050" b="1">
                <a:solidFill>
                  <a:srgbClr val="20B486"/>
                </a:solidFill>
                <a:ea typeface="Aptos" pitchFamily="34" charset="-122"/>
                <a:cs typeface="Aptos" pitchFamily="34" charset="-120"/>
              </a:rPr>
              <a:t>Step 5</a:t>
            </a:r>
            <a:endParaRPr lang="en-US" sz="1050"/>
          </a:p>
        </p:txBody>
      </p:sp>
      <p:sp>
        <p:nvSpPr>
          <p:cNvPr id="167" name="Text 43">
            <a:extLst>
              <a:ext uri="{FF2B5EF4-FFF2-40B4-BE49-F238E27FC236}">
                <a16:creationId xmlns:a16="http://schemas.microsoft.com/office/drawing/2014/main" id="{CCE64F29-F8E3-22CD-FC45-BC0FF5135F9C}"/>
              </a:ext>
            </a:extLst>
          </p:cNvPr>
          <p:cNvSpPr/>
          <p:nvPr/>
        </p:nvSpPr>
        <p:spPr>
          <a:xfrm>
            <a:off x="9475809" y="2511250"/>
            <a:ext cx="2002536" cy="457200"/>
          </a:xfrm>
          <a:prstGeom prst="rect">
            <a:avLst/>
          </a:prstGeom>
          <a:noFill/>
          <a:ln/>
        </p:spPr>
        <p:txBody>
          <a:bodyPr wrap="square" lIns="254" tIns="254" rIns="254" bIns="254" rtlCol="0" anchor="ctr">
            <a:normAutofit lnSpcReduction="10000"/>
          </a:bodyPr>
          <a:lstStyle/>
          <a:p>
            <a:pPr marL="0" indent="0" algn="ctr">
              <a:buNone/>
            </a:pPr>
            <a:r>
              <a:rPr lang="en-US" sz="1550" b="1">
                <a:solidFill>
                  <a:srgbClr val="12304A"/>
                </a:solidFill>
                <a:ea typeface="Aptos Display" pitchFamily="34" charset="-122"/>
                <a:cs typeface="Aptos Display" pitchFamily="34" charset="-120"/>
              </a:rPr>
              <a:t>Simulation Generation and Calibration</a:t>
            </a:r>
            <a:endParaRPr lang="en-US" sz="1550"/>
          </a:p>
        </p:txBody>
      </p:sp>
      <p:sp>
        <p:nvSpPr>
          <p:cNvPr id="169" name="Shape 44">
            <a:extLst>
              <a:ext uri="{FF2B5EF4-FFF2-40B4-BE49-F238E27FC236}">
                <a16:creationId xmlns:a16="http://schemas.microsoft.com/office/drawing/2014/main" id="{A3D3F842-9AF1-AF24-833D-36C52ECD03ED}"/>
              </a:ext>
            </a:extLst>
          </p:cNvPr>
          <p:cNvSpPr/>
          <p:nvPr/>
        </p:nvSpPr>
        <p:spPr>
          <a:xfrm>
            <a:off x="9448377" y="3151330"/>
            <a:ext cx="2057400" cy="2029968"/>
          </a:xfrm>
          <a:prstGeom prst="roundRect">
            <a:avLst>
              <a:gd name="adj" fmla="val 5405"/>
            </a:avLst>
          </a:prstGeom>
          <a:solidFill>
            <a:srgbClr val="FFFFFF"/>
          </a:solidFill>
          <a:ln w="12700">
            <a:solidFill>
              <a:srgbClr val="D9E1EC"/>
            </a:solidFill>
            <a:prstDash val="solid"/>
          </a:ln>
        </p:spPr>
        <p:txBody>
          <a:bodyPr/>
          <a:lstStyle/>
          <a:p>
            <a:endParaRPr lang="en-US"/>
          </a:p>
        </p:txBody>
      </p:sp>
      <p:sp>
        <p:nvSpPr>
          <p:cNvPr id="171" name="Shape 45">
            <a:extLst>
              <a:ext uri="{FF2B5EF4-FFF2-40B4-BE49-F238E27FC236}">
                <a16:creationId xmlns:a16="http://schemas.microsoft.com/office/drawing/2014/main" id="{75484998-F7B0-38B8-6E85-D4FF63DC4703}"/>
              </a:ext>
            </a:extLst>
          </p:cNvPr>
          <p:cNvSpPr/>
          <p:nvPr/>
        </p:nvSpPr>
        <p:spPr>
          <a:xfrm>
            <a:off x="9567249" y="3306778"/>
            <a:ext cx="1819656" cy="73152"/>
          </a:xfrm>
          <a:prstGeom prst="rect">
            <a:avLst/>
          </a:prstGeom>
          <a:solidFill>
            <a:srgbClr val="20B486"/>
          </a:solidFill>
          <a:ln w="12700">
            <a:solidFill>
              <a:srgbClr val="333333">
                <a:alpha val="0"/>
              </a:srgbClr>
            </a:solidFill>
            <a:prstDash val="solid"/>
          </a:ln>
        </p:spPr>
        <p:txBody>
          <a:bodyPr/>
          <a:lstStyle/>
          <a:p>
            <a:endParaRPr lang="en-US"/>
          </a:p>
        </p:txBody>
      </p:sp>
      <p:sp>
        <p:nvSpPr>
          <p:cNvPr id="173" name="Text 46">
            <a:extLst>
              <a:ext uri="{FF2B5EF4-FFF2-40B4-BE49-F238E27FC236}">
                <a16:creationId xmlns:a16="http://schemas.microsoft.com/office/drawing/2014/main" id="{E75A6935-B70A-F73E-6594-D4BA771DD310}"/>
              </a:ext>
            </a:extLst>
          </p:cNvPr>
          <p:cNvSpPr/>
          <p:nvPr/>
        </p:nvSpPr>
        <p:spPr>
          <a:xfrm>
            <a:off x="9631257" y="3581098"/>
            <a:ext cx="1755648" cy="1271016"/>
          </a:xfrm>
          <a:prstGeom prst="rect">
            <a:avLst/>
          </a:prstGeom>
          <a:noFill/>
          <a:ln/>
        </p:spPr>
        <p:txBody>
          <a:bodyPr wrap="square" lIns="254" tIns="254" rIns="254" bIns="254" rtlCol="0" anchor="ctr">
            <a:noAutofit/>
          </a:bodyPr>
          <a:lstStyle/>
          <a:p>
            <a:pPr marL="0" indent="0">
              <a:buNone/>
            </a:pPr>
            <a:r>
              <a:rPr lang="en-US" sz="1300">
                <a:solidFill>
                  <a:srgbClr val="1F2937"/>
                </a:solidFill>
                <a:ea typeface="Aptos" pitchFamily="34" charset="-122"/>
                <a:cs typeface="Aptos" pitchFamily="34" charset="-120"/>
              </a:rPr>
              <a:t>Generate simulation scenarios and calibrate the model (e.g., demand and driving behavior) against field observations</a:t>
            </a:r>
            <a:endParaRPr lang="en-US" sz="1300"/>
          </a:p>
        </p:txBody>
      </p:sp>
      <p:sp>
        <p:nvSpPr>
          <p:cNvPr id="175" name="Shape 47">
            <a:extLst>
              <a:ext uri="{FF2B5EF4-FFF2-40B4-BE49-F238E27FC236}">
                <a16:creationId xmlns:a16="http://schemas.microsoft.com/office/drawing/2014/main" id="{2C71A8E2-DBF6-4805-FD5F-345A374E42A3}"/>
              </a:ext>
            </a:extLst>
          </p:cNvPr>
          <p:cNvSpPr/>
          <p:nvPr/>
        </p:nvSpPr>
        <p:spPr>
          <a:xfrm>
            <a:off x="9567249" y="5016706"/>
            <a:ext cx="1819656" cy="36576"/>
          </a:xfrm>
          <a:prstGeom prst="rect">
            <a:avLst/>
          </a:prstGeom>
          <a:solidFill>
            <a:srgbClr val="E8F8F2"/>
          </a:solidFill>
          <a:ln w="12700">
            <a:solidFill>
              <a:srgbClr val="333333">
                <a:alpha val="0"/>
              </a:srgbClr>
            </a:solidFill>
            <a:prstDash val="solid"/>
          </a:ln>
        </p:spPr>
        <p:txBody>
          <a:bodyPr/>
          <a:lstStyle/>
          <a:p>
            <a:endParaRPr lang="en-US"/>
          </a:p>
        </p:txBody>
      </p:sp>
      <p:sp>
        <p:nvSpPr>
          <p:cNvPr id="177" name="Shape 48">
            <a:extLst>
              <a:ext uri="{FF2B5EF4-FFF2-40B4-BE49-F238E27FC236}">
                <a16:creationId xmlns:a16="http://schemas.microsoft.com/office/drawing/2014/main" id="{6665FB50-34CB-2233-3A0E-543E9603F636}"/>
              </a:ext>
            </a:extLst>
          </p:cNvPr>
          <p:cNvSpPr/>
          <p:nvPr/>
        </p:nvSpPr>
        <p:spPr>
          <a:xfrm>
            <a:off x="1056403" y="5505910"/>
            <a:ext cx="10058400" cy="493776"/>
          </a:xfrm>
          <a:prstGeom prst="roundRect">
            <a:avLst>
              <a:gd name="adj" fmla="val 33333"/>
            </a:avLst>
          </a:prstGeom>
          <a:solidFill>
            <a:srgbClr val="12304A"/>
          </a:solidFill>
          <a:ln w="12700">
            <a:solidFill>
              <a:srgbClr val="12304A">
                <a:alpha val="0"/>
              </a:srgbClr>
            </a:solidFill>
            <a:prstDash val="solid"/>
          </a:ln>
        </p:spPr>
        <p:txBody>
          <a:bodyPr/>
          <a:lstStyle/>
          <a:p>
            <a:endParaRPr lang="en-US"/>
          </a:p>
        </p:txBody>
      </p:sp>
      <p:sp>
        <p:nvSpPr>
          <p:cNvPr id="179" name="Text 49">
            <a:extLst>
              <a:ext uri="{FF2B5EF4-FFF2-40B4-BE49-F238E27FC236}">
                <a16:creationId xmlns:a16="http://schemas.microsoft.com/office/drawing/2014/main" id="{BED15BB5-9B36-3F49-035B-3BC78258A538}"/>
              </a:ext>
            </a:extLst>
          </p:cNvPr>
          <p:cNvSpPr/>
          <p:nvPr/>
        </p:nvSpPr>
        <p:spPr>
          <a:xfrm>
            <a:off x="1175275" y="5643070"/>
            <a:ext cx="9829800" cy="192024"/>
          </a:xfrm>
          <a:prstGeom prst="rect">
            <a:avLst/>
          </a:prstGeom>
          <a:noFill/>
          <a:ln/>
        </p:spPr>
        <p:txBody>
          <a:bodyPr wrap="square" lIns="0" tIns="0" rIns="0" bIns="0" rtlCol="0" anchor="ctr"/>
          <a:lstStyle/>
          <a:p>
            <a:pPr marL="0" indent="0" algn="ctr">
              <a:buNone/>
            </a:pPr>
            <a:r>
              <a:rPr lang="en-US" sz="1600" b="1" dirty="0">
                <a:solidFill>
                  <a:srgbClr val="FFFFFF"/>
                </a:solidFill>
                <a:latin typeface="Aptos" pitchFamily="34" charset="0"/>
                <a:ea typeface="Aptos" pitchFamily="34" charset="-122"/>
                <a:cs typeface="Aptos" pitchFamily="34" charset="-120"/>
              </a:rPr>
              <a:t>Output: calibrated traffic scenarios for SUMO / </a:t>
            </a:r>
            <a:r>
              <a:rPr lang="en-US" sz="1600" b="1" dirty="0" err="1">
                <a:solidFill>
                  <a:srgbClr val="FFFFFF"/>
                </a:solidFill>
                <a:latin typeface="Aptos" pitchFamily="34" charset="0"/>
                <a:ea typeface="Aptos" pitchFamily="34" charset="-122"/>
                <a:cs typeface="Aptos" pitchFamily="34" charset="-120"/>
              </a:rPr>
              <a:t>Aimsun</a:t>
            </a:r>
            <a:r>
              <a:rPr lang="en-US" sz="1600" b="1" dirty="0">
                <a:solidFill>
                  <a:srgbClr val="FFFFFF"/>
                </a:solidFill>
                <a:latin typeface="Aptos" pitchFamily="34" charset="0"/>
                <a:ea typeface="Aptos" pitchFamily="34" charset="-122"/>
                <a:cs typeface="Aptos" pitchFamily="34" charset="-120"/>
              </a:rPr>
              <a:t> / VISSIM</a:t>
            </a:r>
            <a:endParaRPr lang="en-US" sz="1600" dirty="0"/>
          </a:p>
        </p:txBody>
      </p:sp>
      <p:sp>
        <p:nvSpPr>
          <p:cNvPr id="181" name="TextBox 180">
            <a:extLst>
              <a:ext uri="{FF2B5EF4-FFF2-40B4-BE49-F238E27FC236}">
                <a16:creationId xmlns:a16="http://schemas.microsoft.com/office/drawing/2014/main" id="{329ECACF-77A5-C150-27B7-229E9A146C4A}"/>
              </a:ext>
            </a:extLst>
          </p:cNvPr>
          <p:cNvSpPr txBox="1"/>
          <p:nvPr/>
        </p:nvSpPr>
        <p:spPr>
          <a:xfrm>
            <a:off x="286089" y="993846"/>
            <a:ext cx="10452195" cy="369332"/>
          </a:xfrm>
          <a:prstGeom prst="rect">
            <a:avLst/>
          </a:prstGeom>
          <a:noFill/>
        </p:spPr>
        <p:txBody>
          <a:bodyPr wrap="square">
            <a:spAutoFit/>
          </a:bodyPr>
          <a:lstStyle/>
          <a:p>
            <a:pPr marR="0" lvl="0" algn="l" defTabSz="914400" rtl="0" eaLnBrk="1" fontAlgn="auto" latinLnBrk="0" hangingPunct="1">
              <a:lnSpc>
                <a:spcPct val="100000"/>
              </a:lnSpc>
              <a:spcBef>
                <a:spcPts val="0"/>
              </a:spcBef>
              <a:spcAft>
                <a:spcPts val="1200"/>
              </a:spcAft>
              <a:buClrTx/>
              <a:buSzTx/>
              <a:tabLst/>
              <a:defRPr/>
            </a:pPr>
            <a:r>
              <a:rPr kumimoji="0" lang="en-US" sz="1800" b="1" i="0" u="none" strike="noStrike" kern="1200" cap="none" spc="0" normalizeH="0" baseline="0" noProof="0">
                <a:ln>
                  <a:noFill/>
                </a:ln>
                <a:solidFill>
                  <a:srgbClr val="00454D"/>
                </a:solidFill>
                <a:effectLst/>
                <a:uLnTx/>
                <a:uFillTx/>
                <a:latin typeface="Roboto"/>
                <a:ea typeface="+mn-ea"/>
                <a:cs typeface="+mn-cs"/>
              </a:rPr>
              <a:t>Real-Twin Automation Workflow Overview </a:t>
            </a:r>
          </a:p>
        </p:txBody>
      </p:sp>
      <p:sp>
        <p:nvSpPr>
          <p:cNvPr id="182" name="Title 1">
            <a:extLst>
              <a:ext uri="{FF2B5EF4-FFF2-40B4-BE49-F238E27FC236}">
                <a16:creationId xmlns:a16="http://schemas.microsoft.com/office/drawing/2014/main" id="{066CFAC6-B550-8798-7B13-A32B0A91A969}"/>
              </a:ext>
            </a:extLst>
          </p:cNvPr>
          <p:cNvSpPr>
            <a:spLocks noGrp="1"/>
          </p:cNvSpPr>
          <p:nvPr>
            <p:ph type="title"/>
          </p:nvPr>
        </p:nvSpPr>
        <p:spPr>
          <a:xfrm>
            <a:off x="314692" y="365125"/>
            <a:ext cx="11492432" cy="483961"/>
          </a:xfrm>
        </p:spPr>
        <p:txBody>
          <a:bodyPr/>
          <a:lstStyle/>
          <a:p>
            <a:r>
              <a:rPr lang="en-US" dirty="0"/>
              <a:t>Real-Twin Automation Workflow for </a:t>
            </a:r>
            <a:r>
              <a:rPr lang="en-US" dirty="0" err="1"/>
              <a:t>Vissim</a:t>
            </a:r>
            <a:endParaRPr lang="en-US" dirty="0"/>
          </a:p>
        </p:txBody>
      </p:sp>
    </p:spTree>
    <p:extLst>
      <p:ext uri="{BB962C8B-B14F-4D97-AF65-F5344CB8AC3E}">
        <p14:creationId xmlns:p14="http://schemas.microsoft.com/office/powerpoint/2010/main" val="25899145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213BA7-2D98-B968-AC3B-D139253E96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0013E3-F8F9-9BF4-3B67-11E76BB98CDC}"/>
              </a:ext>
            </a:extLst>
          </p:cNvPr>
          <p:cNvSpPr>
            <a:spLocks noGrp="1"/>
          </p:cNvSpPr>
          <p:nvPr>
            <p:ph type="title"/>
          </p:nvPr>
        </p:nvSpPr>
        <p:spPr>
          <a:xfrm>
            <a:off x="314692" y="365125"/>
            <a:ext cx="11492432" cy="483961"/>
          </a:xfrm>
        </p:spPr>
        <p:txBody>
          <a:bodyPr/>
          <a:lstStyle/>
          <a:p>
            <a:r>
              <a:rPr lang="en-US" dirty="0"/>
              <a:t>Real-Twin Automation Workflow for </a:t>
            </a:r>
            <a:r>
              <a:rPr lang="en-US" dirty="0" err="1"/>
              <a:t>Vissim</a:t>
            </a:r>
            <a:r>
              <a:rPr lang="en-US" dirty="0"/>
              <a:t> vs SUMO </a:t>
            </a:r>
          </a:p>
        </p:txBody>
      </p:sp>
      <p:sp>
        <p:nvSpPr>
          <p:cNvPr id="7" name="TextBox 6">
            <a:extLst>
              <a:ext uri="{FF2B5EF4-FFF2-40B4-BE49-F238E27FC236}">
                <a16:creationId xmlns:a16="http://schemas.microsoft.com/office/drawing/2014/main" id="{D3010E16-E251-B4F5-3FFD-D2657B1869CA}"/>
              </a:ext>
            </a:extLst>
          </p:cNvPr>
          <p:cNvSpPr txBox="1"/>
          <p:nvPr/>
        </p:nvSpPr>
        <p:spPr>
          <a:xfrm>
            <a:off x="286089" y="993846"/>
            <a:ext cx="10452195" cy="369332"/>
          </a:xfrm>
          <a:prstGeom prst="rect">
            <a:avLst/>
          </a:prstGeom>
          <a:noFill/>
        </p:spPr>
        <p:txBody>
          <a:bodyPr wrap="square">
            <a:spAutoFit/>
          </a:bodyPr>
          <a:lstStyle/>
          <a:p>
            <a:pPr marR="0" lvl="0" algn="l" defTabSz="914400" rtl="0" eaLnBrk="1" fontAlgn="auto" latinLnBrk="0" hangingPunct="1">
              <a:lnSpc>
                <a:spcPct val="100000"/>
              </a:lnSpc>
              <a:spcBef>
                <a:spcPts val="0"/>
              </a:spcBef>
              <a:spcAft>
                <a:spcPts val="1200"/>
              </a:spcAft>
              <a:buClrTx/>
              <a:buSzTx/>
              <a:tabLst/>
              <a:defRPr/>
            </a:pPr>
            <a:r>
              <a:rPr kumimoji="0" lang="en-US" sz="1800" b="1" i="0" u="none" strike="noStrike" kern="1200" cap="none" spc="0" normalizeH="0" baseline="0" noProof="0">
                <a:ln>
                  <a:noFill/>
                </a:ln>
                <a:solidFill>
                  <a:srgbClr val="00454D"/>
                </a:solidFill>
                <a:effectLst/>
                <a:uLnTx/>
                <a:uFillTx/>
                <a:latin typeface="Roboto"/>
                <a:ea typeface="+mn-ea"/>
                <a:cs typeface="+mn-cs"/>
              </a:rPr>
              <a:t>Step 1 Network Generation &amp; Import</a:t>
            </a:r>
          </a:p>
        </p:txBody>
      </p:sp>
      <p:sp>
        <p:nvSpPr>
          <p:cNvPr id="51" name="TextBox 50">
            <a:extLst>
              <a:ext uri="{FF2B5EF4-FFF2-40B4-BE49-F238E27FC236}">
                <a16:creationId xmlns:a16="http://schemas.microsoft.com/office/drawing/2014/main" id="{2CD2829B-D815-B4BA-452C-F353A64541F4}"/>
              </a:ext>
            </a:extLst>
          </p:cNvPr>
          <p:cNvSpPr txBox="1"/>
          <p:nvPr/>
        </p:nvSpPr>
        <p:spPr>
          <a:xfrm>
            <a:off x="198055" y="5094908"/>
            <a:ext cx="11609069" cy="907941"/>
          </a:xfrm>
          <a:prstGeom prst="rect">
            <a:avLst/>
          </a:prstGeom>
          <a:noFill/>
        </p:spPr>
        <p:txBody>
          <a:bodyPr wrap="square">
            <a:spAutoFit/>
          </a:bodyPr>
          <a:lstStyle/>
          <a:p>
            <a:pPr marL="285750" indent="-285750">
              <a:spcAft>
                <a:spcPts val="600"/>
              </a:spcAft>
              <a:buFont typeface="Arial" panose="020B0604020202020204" pitchFamily="34" charset="0"/>
              <a:buChar char="•"/>
              <a:defRPr sz="1400" b="0">
                <a:solidFill>
                  <a:srgbClr val="5C6978"/>
                </a:solidFill>
              </a:defRPr>
            </a:pPr>
            <a:r>
              <a:rPr lang="en-US" sz="1600" dirty="0">
                <a:solidFill>
                  <a:srgbClr val="00454D"/>
                </a:solidFill>
                <a:latin typeface="Roboto"/>
              </a:rPr>
              <a:t>For both </a:t>
            </a:r>
            <a:r>
              <a:rPr lang="en-US" sz="1600" dirty="0" err="1">
                <a:solidFill>
                  <a:srgbClr val="00454D"/>
                </a:solidFill>
                <a:latin typeface="Roboto"/>
              </a:rPr>
              <a:t>Vissim</a:t>
            </a:r>
            <a:r>
              <a:rPr lang="en-US" sz="1600" dirty="0">
                <a:solidFill>
                  <a:srgbClr val="00454D"/>
                </a:solidFill>
                <a:latin typeface="Roboto"/>
              </a:rPr>
              <a:t> and SUMO, Real-Twin can automatically generate an </a:t>
            </a:r>
            <a:r>
              <a:rPr lang="en-US" sz="1600" dirty="0" err="1">
                <a:solidFill>
                  <a:srgbClr val="00454D"/>
                </a:solidFill>
                <a:latin typeface="Roboto"/>
              </a:rPr>
              <a:t>OpenDRIVE</a:t>
            </a:r>
            <a:r>
              <a:rPr lang="en-US" sz="1600" dirty="0">
                <a:solidFill>
                  <a:srgbClr val="00454D"/>
                </a:solidFill>
                <a:latin typeface="Roboto"/>
              </a:rPr>
              <a:t> (.</a:t>
            </a:r>
            <a:r>
              <a:rPr lang="en-US" sz="1600" dirty="0" err="1">
                <a:solidFill>
                  <a:srgbClr val="00454D"/>
                </a:solidFill>
                <a:latin typeface="Roboto"/>
              </a:rPr>
              <a:t>xodr</a:t>
            </a:r>
            <a:r>
              <a:rPr lang="en-US" sz="1600" dirty="0">
                <a:solidFill>
                  <a:srgbClr val="00454D"/>
                </a:solidFill>
                <a:latin typeface="Roboto"/>
              </a:rPr>
              <a:t>) network from user-defined geographic coordinates using OpenStreetMap data. </a:t>
            </a:r>
          </a:p>
          <a:p>
            <a:pPr marL="285750" indent="-285750">
              <a:spcAft>
                <a:spcPts val="600"/>
              </a:spcAft>
              <a:buFont typeface="Arial" panose="020B0604020202020204" pitchFamily="34" charset="0"/>
              <a:buChar char="•"/>
              <a:defRPr sz="1400" b="0">
                <a:solidFill>
                  <a:srgbClr val="5C6978"/>
                </a:solidFill>
              </a:defRPr>
            </a:pPr>
            <a:r>
              <a:rPr lang="en-US" sz="1600" dirty="0">
                <a:solidFill>
                  <a:srgbClr val="00454D"/>
                </a:solidFill>
                <a:latin typeface="Roboto"/>
              </a:rPr>
              <a:t>The generated .</a:t>
            </a:r>
            <a:r>
              <a:rPr lang="en-US" sz="1600" dirty="0" err="1">
                <a:solidFill>
                  <a:srgbClr val="00454D"/>
                </a:solidFill>
                <a:latin typeface="Roboto"/>
              </a:rPr>
              <a:t>xodr</a:t>
            </a:r>
            <a:r>
              <a:rPr lang="en-US" sz="1600" dirty="0">
                <a:solidFill>
                  <a:srgbClr val="00454D"/>
                </a:solidFill>
                <a:latin typeface="Roboto"/>
              </a:rPr>
              <a:t> network is then imported into </a:t>
            </a:r>
            <a:r>
              <a:rPr lang="en-US" sz="1600" dirty="0" err="1">
                <a:solidFill>
                  <a:srgbClr val="00454D"/>
                </a:solidFill>
                <a:latin typeface="Roboto"/>
              </a:rPr>
              <a:t>Vissim</a:t>
            </a:r>
            <a:r>
              <a:rPr lang="en-US" sz="1600" dirty="0">
                <a:solidFill>
                  <a:srgbClr val="00454D"/>
                </a:solidFill>
                <a:latin typeface="Roboto"/>
              </a:rPr>
              <a:t> through its COM interface</a:t>
            </a:r>
            <a:r>
              <a:rPr lang="en-US" sz="1600" dirty="0">
                <a:solidFill>
                  <a:srgbClr val="00454D"/>
                </a:solidFill>
              </a:rPr>
              <a:t> (and into SUMO through </a:t>
            </a:r>
            <a:r>
              <a:rPr lang="en-US" sz="1600" dirty="0" err="1">
                <a:solidFill>
                  <a:srgbClr val="00454D"/>
                </a:solidFill>
              </a:rPr>
              <a:t>netconvert</a:t>
            </a:r>
            <a:r>
              <a:rPr lang="en-US" sz="1600" dirty="0">
                <a:solidFill>
                  <a:srgbClr val="00454D"/>
                </a:solidFill>
              </a:rPr>
              <a:t>). </a:t>
            </a:r>
            <a:endParaRPr lang="en-US" sz="1600" dirty="0">
              <a:solidFill>
                <a:srgbClr val="00454D"/>
              </a:solidFill>
              <a:latin typeface="Roboto"/>
            </a:endParaRPr>
          </a:p>
        </p:txBody>
      </p:sp>
      <p:grpSp>
        <p:nvGrpSpPr>
          <p:cNvPr id="3" name="Group 2">
            <a:extLst>
              <a:ext uri="{FF2B5EF4-FFF2-40B4-BE49-F238E27FC236}">
                <a16:creationId xmlns:a16="http://schemas.microsoft.com/office/drawing/2014/main" id="{36FFF377-9FEB-1853-D707-4A48DE233F2C}"/>
              </a:ext>
            </a:extLst>
          </p:cNvPr>
          <p:cNvGrpSpPr/>
          <p:nvPr/>
        </p:nvGrpSpPr>
        <p:grpSpPr>
          <a:xfrm>
            <a:off x="0" y="1178512"/>
            <a:ext cx="12170805" cy="3804069"/>
            <a:chOff x="-141756" y="1394079"/>
            <a:chExt cx="12170805" cy="3804069"/>
          </a:xfrm>
        </p:grpSpPr>
        <p:pic>
          <p:nvPicPr>
            <p:cNvPr id="13" name="Picture 12">
              <a:extLst>
                <a:ext uri="{FF2B5EF4-FFF2-40B4-BE49-F238E27FC236}">
                  <a16:creationId xmlns:a16="http://schemas.microsoft.com/office/drawing/2014/main" id="{FC8E88D2-557B-4723-76D4-3E7DF003A3A4}"/>
                </a:ext>
              </a:extLst>
            </p:cNvPr>
            <p:cNvPicPr>
              <a:picLocks noChangeAspect="1"/>
            </p:cNvPicPr>
            <p:nvPr/>
          </p:nvPicPr>
          <p:blipFill>
            <a:blip r:embed="rId3"/>
            <a:stretch>
              <a:fillRect/>
            </a:stretch>
          </p:blipFill>
          <p:spPr>
            <a:xfrm>
              <a:off x="18106" y="2607359"/>
              <a:ext cx="2779414" cy="912767"/>
            </a:xfrm>
            <a:prstGeom prst="rect">
              <a:avLst/>
            </a:prstGeom>
          </p:spPr>
        </p:pic>
        <p:cxnSp>
          <p:nvCxnSpPr>
            <p:cNvPr id="17" name="Straight Connector 16">
              <a:extLst>
                <a:ext uri="{FF2B5EF4-FFF2-40B4-BE49-F238E27FC236}">
                  <a16:creationId xmlns:a16="http://schemas.microsoft.com/office/drawing/2014/main" id="{3838D0A3-BDDA-8072-304C-52884BE2854D}"/>
                </a:ext>
              </a:extLst>
            </p:cNvPr>
            <p:cNvCxnSpPr>
              <a:cxnSpLocks/>
            </p:cNvCxnSpPr>
            <p:nvPr/>
          </p:nvCxnSpPr>
          <p:spPr>
            <a:xfrm>
              <a:off x="6418761" y="3149711"/>
              <a:ext cx="479980"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19" name="Rectangle 18">
              <a:extLst>
                <a:ext uri="{FF2B5EF4-FFF2-40B4-BE49-F238E27FC236}">
                  <a16:creationId xmlns:a16="http://schemas.microsoft.com/office/drawing/2014/main" id="{AD360EE8-9EDC-3958-2C56-A46B0C05A1BB}"/>
                </a:ext>
              </a:extLst>
            </p:cNvPr>
            <p:cNvSpPr/>
            <p:nvPr/>
          </p:nvSpPr>
          <p:spPr>
            <a:xfrm>
              <a:off x="-141756" y="1998561"/>
              <a:ext cx="3099137" cy="4114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sz="1400" b="0">
                  <a:solidFill>
                    <a:srgbClr val="5C6978"/>
                  </a:solidFill>
                </a:defRPr>
              </a:pPr>
              <a:r>
                <a:rPr kumimoji="0" lang="en-US" sz="1400" b="1" i="0" u="none" strike="noStrike" kern="1200" cap="none" spc="0" normalizeH="0" baseline="0" noProof="0" dirty="0">
                  <a:ln>
                    <a:noFill/>
                  </a:ln>
                  <a:solidFill>
                    <a:srgbClr val="374759"/>
                  </a:solidFill>
                  <a:effectLst/>
                  <a:uLnTx/>
                  <a:uFillTx/>
                  <a:latin typeface="Roboto"/>
                  <a:ea typeface="+mn-ea"/>
                  <a:cs typeface="+mn-cs"/>
                </a:rPr>
                <a:t>Real-Twin network input:</a:t>
              </a:r>
              <a:br>
                <a:rPr kumimoji="0" lang="en-US" sz="1400" b="1" i="0" u="none" strike="noStrike" kern="1200" cap="none" spc="0" normalizeH="0" baseline="0" noProof="0" dirty="0">
                  <a:ln>
                    <a:noFill/>
                  </a:ln>
                  <a:solidFill>
                    <a:srgbClr val="374759"/>
                  </a:solidFill>
                  <a:effectLst/>
                  <a:uLnTx/>
                  <a:uFillTx/>
                  <a:latin typeface="Roboto"/>
                  <a:ea typeface="+mn-ea"/>
                  <a:cs typeface="+mn-cs"/>
                </a:rPr>
              </a:br>
              <a:r>
                <a:rPr kumimoji="0" lang="en-US" sz="1400" b="1" i="0" u="none" strike="noStrike" kern="1200" cap="none" spc="0" normalizeH="0" baseline="0" noProof="0" dirty="0" err="1">
                  <a:ln>
                    <a:noFill/>
                  </a:ln>
                  <a:solidFill>
                    <a:srgbClr val="374759"/>
                  </a:solidFill>
                  <a:effectLst/>
                  <a:uLnTx/>
                  <a:uFillTx/>
                  <a:latin typeface="Roboto"/>
                  <a:ea typeface="+mn-ea"/>
                  <a:cs typeface="+mn-cs"/>
                </a:rPr>
                <a:t>lat</a:t>
              </a:r>
              <a:r>
                <a:rPr kumimoji="0" lang="en-US" sz="1400" b="1" i="0" u="none" strike="noStrike" kern="1200" cap="none" spc="0" normalizeH="0" baseline="0" noProof="0" dirty="0">
                  <a:ln>
                    <a:noFill/>
                  </a:ln>
                  <a:solidFill>
                    <a:srgbClr val="374759"/>
                  </a:solidFill>
                  <a:effectLst/>
                  <a:uLnTx/>
                  <a:uFillTx/>
                  <a:latin typeface="Roboto"/>
                  <a:ea typeface="+mn-ea"/>
                  <a:cs typeface="+mn-cs"/>
                </a:rPr>
                <a:t> and long of bounding box vertices for area of interest</a:t>
              </a:r>
              <a:endParaRPr kumimoji="0" sz="1400" b="1" i="0" u="none" strike="noStrike" kern="1200" cap="none" spc="0" normalizeH="0" baseline="0" noProof="0" dirty="0">
                <a:ln>
                  <a:noFill/>
                </a:ln>
                <a:solidFill>
                  <a:srgbClr val="374759"/>
                </a:solidFill>
                <a:effectLst/>
                <a:uLnTx/>
                <a:uFillTx/>
                <a:latin typeface="Roboto"/>
                <a:ea typeface="+mn-ea"/>
                <a:cs typeface="+mn-cs"/>
              </a:endParaRPr>
            </a:p>
          </p:txBody>
        </p:sp>
        <p:sp>
          <p:nvSpPr>
            <p:cNvPr id="22" name="Rectangle 21">
              <a:extLst>
                <a:ext uri="{FF2B5EF4-FFF2-40B4-BE49-F238E27FC236}">
                  <a16:creationId xmlns:a16="http://schemas.microsoft.com/office/drawing/2014/main" id="{E191677D-CDDE-8726-14BD-D8CD2CD92B58}"/>
                </a:ext>
              </a:extLst>
            </p:cNvPr>
            <p:cNvSpPr/>
            <p:nvPr/>
          </p:nvSpPr>
          <p:spPr>
            <a:xfrm>
              <a:off x="2150498" y="2890543"/>
              <a:ext cx="3099137" cy="4114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ctr" defTabSz="914400" rtl="0" eaLnBrk="1" fontAlgn="auto" latinLnBrk="0" hangingPunct="1">
                <a:lnSpc>
                  <a:spcPct val="170000"/>
                </a:lnSpc>
                <a:spcBef>
                  <a:spcPts val="0"/>
                </a:spcBef>
                <a:spcAft>
                  <a:spcPts val="0"/>
                </a:spcAft>
                <a:buClrTx/>
                <a:buSzTx/>
                <a:buFontTx/>
                <a:buNone/>
                <a:tabLst/>
                <a:defRPr sz="1400" b="0">
                  <a:solidFill>
                    <a:srgbClr val="5C6978"/>
                  </a:solidFill>
                </a:defRPr>
              </a:pPr>
              <a:r>
                <a:rPr kumimoji="0" lang="en-US" sz="1400" b="1" i="0" u="none" strike="noStrike" kern="1200" cap="none" spc="0" normalizeH="0" baseline="0" noProof="0">
                  <a:ln>
                    <a:noFill/>
                  </a:ln>
                  <a:solidFill>
                    <a:schemeClr val="accent6">
                      <a:lumMod val="75000"/>
                    </a:schemeClr>
                  </a:solidFill>
                  <a:effectLst/>
                  <a:uLnTx/>
                  <a:uFillTx/>
                  <a:latin typeface="Roboto"/>
                  <a:ea typeface="+mn-ea"/>
                  <a:cs typeface="+mn-cs"/>
                </a:rPr>
                <a:t>Download data </a:t>
              </a:r>
            </a:p>
            <a:p>
              <a:pPr marL="0" marR="0" lvl="0" indent="0" algn="ctr" defTabSz="914400" rtl="0" eaLnBrk="1" fontAlgn="auto" latinLnBrk="0" hangingPunct="1">
                <a:lnSpc>
                  <a:spcPct val="170000"/>
                </a:lnSpc>
                <a:spcBef>
                  <a:spcPts val="0"/>
                </a:spcBef>
                <a:spcAft>
                  <a:spcPts val="0"/>
                </a:spcAft>
                <a:buClrTx/>
                <a:buSzTx/>
                <a:buFontTx/>
                <a:buNone/>
                <a:tabLst/>
                <a:defRPr sz="1400" b="0">
                  <a:solidFill>
                    <a:srgbClr val="5C6978"/>
                  </a:solidFill>
                </a:defRPr>
              </a:pPr>
              <a:r>
                <a:rPr kumimoji="0" lang="en-US" sz="1400" b="1" i="0" u="none" strike="noStrike" kern="1200" cap="none" spc="0" normalizeH="0" baseline="0" noProof="0">
                  <a:ln>
                    <a:noFill/>
                  </a:ln>
                  <a:solidFill>
                    <a:schemeClr val="accent6">
                      <a:lumMod val="75000"/>
                    </a:schemeClr>
                  </a:solidFill>
                  <a:effectLst/>
                  <a:uLnTx/>
                  <a:uFillTx/>
                  <a:latin typeface="Roboto"/>
                  <a:ea typeface="+mn-ea"/>
                  <a:cs typeface="+mn-cs"/>
                </a:rPr>
                <a:t>from OpenStreetMap</a:t>
              </a:r>
              <a:endParaRPr kumimoji="0" sz="1400" b="1" i="0" u="none" strike="noStrike" kern="1200" cap="none" spc="0" normalizeH="0" baseline="0" noProof="0">
                <a:ln>
                  <a:noFill/>
                </a:ln>
                <a:solidFill>
                  <a:schemeClr val="accent6">
                    <a:lumMod val="75000"/>
                  </a:schemeClr>
                </a:solidFill>
                <a:effectLst/>
                <a:uLnTx/>
                <a:uFillTx/>
                <a:latin typeface="Roboto"/>
                <a:ea typeface="+mn-ea"/>
                <a:cs typeface="+mn-cs"/>
              </a:endParaRPr>
            </a:p>
          </p:txBody>
        </p:sp>
        <p:pic>
          <p:nvPicPr>
            <p:cNvPr id="25" name="Picture 24">
              <a:extLst>
                <a:ext uri="{FF2B5EF4-FFF2-40B4-BE49-F238E27FC236}">
                  <a16:creationId xmlns:a16="http://schemas.microsoft.com/office/drawing/2014/main" id="{D773A298-2870-9287-F163-0B6F68DA805E}"/>
                </a:ext>
              </a:extLst>
            </p:cNvPr>
            <p:cNvPicPr>
              <a:picLocks noChangeAspect="1"/>
            </p:cNvPicPr>
            <p:nvPr/>
          </p:nvPicPr>
          <p:blipFill>
            <a:blip r:embed="rId4"/>
            <a:stretch>
              <a:fillRect/>
            </a:stretch>
          </p:blipFill>
          <p:spPr>
            <a:xfrm>
              <a:off x="4756025" y="2997400"/>
              <a:ext cx="1662736" cy="304623"/>
            </a:xfrm>
            <a:prstGeom prst="rect">
              <a:avLst/>
            </a:prstGeom>
          </p:spPr>
        </p:pic>
        <p:cxnSp>
          <p:nvCxnSpPr>
            <p:cNvPr id="27" name="Straight Arrow Connector 26">
              <a:extLst>
                <a:ext uri="{FF2B5EF4-FFF2-40B4-BE49-F238E27FC236}">
                  <a16:creationId xmlns:a16="http://schemas.microsoft.com/office/drawing/2014/main" id="{23E49858-EA56-D4D9-D6AF-938570A1E4ED}"/>
                </a:ext>
              </a:extLst>
            </p:cNvPr>
            <p:cNvCxnSpPr>
              <a:cxnSpLocks/>
            </p:cNvCxnSpPr>
            <p:nvPr/>
          </p:nvCxnSpPr>
          <p:spPr>
            <a:xfrm>
              <a:off x="6898741" y="1784870"/>
              <a:ext cx="2353901"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0372C54B-476A-7A12-D0CA-F2266920E5DE}"/>
                </a:ext>
              </a:extLst>
            </p:cNvPr>
            <p:cNvCxnSpPr>
              <a:cxnSpLocks/>
            </p:cNvCxnSpPr>
            <p:nvPr/>
          </p:nvCxnSpPr>
          <p:spPr>
            <a:xfrm flipV="1">
              <a:off x="6919148" y="1784870"/>
              <a:ext cx="0" cy="2729682"/>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33" name="Rectangle 32">
              <a:extLst>
                <a:ext uri="{FF2B5EF4-FFF2-40B4-BE49-F238E27FC236}">
                  <a16:creationId xmlns:a16="http://schemas.microsoft.com/office/drawing/2014/main" id="{F032A9B5-E367-8CF4-ED34-20A2D1FA499A}"/>
                </a:ext>
              </a:extLst>
            </p:cNvPr>
            <p:cNvSpPr/>
            <p:nvPr/>
          </p:nvSpPr>
          <p:spPr>
            <a:xfrm>
              <a:off x="4037824" y="3585207"/>
              <a:ext cx="3099137" cy="4114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sz="1400" b="0">
                  <a:solidFill>
                    <a:srgbClr val="5C6978"/>
                  </a:solidFill>
                </a:defRPr>
              </a:pPr>
              <a:r>
                <a:rPr kumimoji="0" lang="en-US" sz="1400" b="1" i="0" u="none" strike="noStrike" kern="1200" cap="none" spc="0" normalizeH="0" baseline="0" noProof="0">
                  <a:ln>
                    <a:noFill/>
                  </a:ln>
                  <a:solidFill>
                    <a:srgbClr val="374759"/>
                  </a:solidFill>
                  <a:effectLst/>
                  <a:uLnTx/>
                  <a:uFillTx/>
                  <a:latin typeface="Roboto"/>
                  <a:ea typeface="+mn-ea"/>
                  <a:cs typeface="+mn-cs"/>
                </a:rPr>
                <a:t>Intermediate ‘.</a:t>
              </a:r>
              <a:r>
                <a:rPr kumimoji="0" lang="en-US" sz="1400" b="1" i="0" u="none" strike="noStrike" kern="1200" cap="none" spc="0" normalizeH="0" baseline="0" noProof="0" err="1">
                  <a:ln>
                    <a:noFill/>
                  </a:ln>
                  <a:solidFill>
                    <a:srgbClr val="374759"/>
                  </a:solidFill>
                  <a:effectLst/>
                  <a:uLnTx/>
                  <a:uFillTx/>
                  <a:latin typeface="Roboto"/>
                  <a:ea typeface="+mn-ea"/>
                  <a:cs typeface="+mn-cs"/>
                </a:rPr>
                <a:t>xodr</a:t>
              </a:r>
              <a:r>
                <a:rPr kumimoji="0" lang="en-US" sz="1400" b="1" i="0" u="none" strike="noStrike" kern="1200" cap="none" spc="0" normalizeH="0" baseline="0" noProof="0">
                  <a:ln>
                    <a:noFill/>
                  </a:ln>
                  <a:solidFill>
                    <a:srgbClr val="374759"/>
                  </a:solidFill>
                  <a:effectLst/>
                  <a:uLnTx/>
                  <a:uFillTx/>
                  <a:latin typeface="Roboto"/>
                  <a:ea typeface="+mn-ea"/>
                  <a:cs typeface="+mn-cs"/>
                </a:rPr>
                <a:t>’ file</a:t>
              </a:r>
              <a:endParaRPr kumimoji="0" sz="1400" b="1" i="0" u="none" strike="noStrike" kern="1200" cap="none" spc="0" normalizeH="0" baseline="0" noProof="0">
                <a:ln>
                  <a:noFill/>
                </a:ln>
                <a:solidFill>
                  <a:srgbClr val="374759"/>
                </a:solidFill>
                <a:effectLst/>
                <a:uLnTx/>
                <a:uFillTx/>
                <a:latin typeface="Roboto"/>
                <a:ea typeface="+mn-ea"/>
                <a:cs typeface="+mn-cs"/>
              </a:endParaRPr>
            </a:p>
          </p:txBody>
        </p:sp>
        <p:cxnSp>
          <p:nvCxnSpPr>
            <p:cNvPr id="34" name="Straight Arrow Connector 33">
              <a:extLst>
                <a:ext uri="{FF2B5EF4-FFF2-40B4-BE49-F238E27FC236}">
                  <a16:creationId xmlns:a16="http://schemas.microsoft.com/office/drawing/2014/main" id="{B1522CEA-909E-9ADB-80A0-1FE4FA53F4FD}"/>
                </a:ext>
              </a:extLst>
            </p:cNvPr>
            <p:cNvCxnSpPr>
              <a:cxnSpLocks/>
            </p:cNvCxnSpPr>
            <p:nvPr/>
          </p:nvCxnSpPr>
          <p:spPr>
            <a:xfrm>
              <a:off x="2856371" y="3158764"/>
              <a:ext cx="1883120"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36" name="Rectangle 35">
              <a:extLst>
                <a:ext uri="{FF2B5EF4-FFF2-40B4-BE49-F238E27FC236}">
                  <a16:creationId xmlns:a16="http://schemas.microsoft.com/office/drawing/2014/main" id="{B95DE937-D199-B54D-5A55-CF1AF83D0BCF}"/>
                </a:ext>
              </a:extLst>
            </p:cNvPr>
            <p:cNvSpPr/>
            <p:nvPr/>
          </p:nvSpPr>
          <p:spPr>
            <a:xfrm>
              <a:off x="6490927" y="1394079"/>
              <a:ext cx="3099137" cy="4114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ctr" defTabSz="914400" rtl="0" eaLnBrk="1" fontAlgn="auto" latinLnBrk="0" hangingPunct="1">
                <a:lnSpc>
                  <a:spcPct val="170000"/>
                </a:lnSpc>
                <a:spcBef>
                  <a:spcPts val="0"/>
                </a:spcBef>
                <a:spcAft>
                  <a:spcPts val="0"/>
                </a:spcAft>
                <a:buClrTx/>
                <a:buSzTx/>
                <a:buFontTx/>
                <a:buNone/>
                <a:tabLst/>
                <a:defRPr sz="1400" b="0">
                  <a:solidFill>
                    <a:srgbClr val="5C6978"/>
                  </a:solidFill>
                </a:defRPr>
              </a:pPr>
              <a:r>
                <a:rPr lang="en-US" sz="1400" b="1" dirty="0">
                  <a:solidFill>
                    <a:schemeClr val="accent6">
                      <a:lumMod val="75000"/>
                    </a:schemeClr>
                  </a:solidFill>
                  <a:latin typeface="Roboto"/>
                </a:rPr>
                <a:t>SUMO’s </a:t>
              </a:r>
              <a:r>
                <a:rPr lang="en-US" sz="1400" b="1" i="1" dirty="0" err="1">
                  <a:solidFill>
                    <a:schemeClr val="accent6">
                      <a:lumMod val="75000"/>
                    </a:schemeClr>
                  </a:solidFill>
                  <a:latin typeface="Roboto"/>
                </a:rPr>
                <a:t>netconvert</a:t>
              </a:r>
              <a:endParaRPr kumimoji="0" sz="1400" b="1" i="1" u="none" strike="noStrike" kern="1200" cap="none" spc="0" normalizeH="0" baseline="0" noProof="0" dirty="0">
                <a:ln>
                  <a:noFill/>
                </a:ln>
                <a:solidFill>
                  <a:schemeClr val="accent6">
                    <a:lumMod val="75000"/>
                  </a:schemeClr>
                </a:solidFill>
                <a:effectLst/>
                <a:uLnTx/>
                <a:uFillTx/>
                <a:latin typeface="Roboto"/>
                <a:ea typeface="+mn-ea"/>
                <a:cs typeface="+mn-cs"/>
              </a:endParaRPr>
            </a:p>
          </p:txBody>
        </p:sp>
        <p:pic>
          <p:nvPicPr>
            <p:cNvPr id="38" name="Picture 37">
              <a:extLst>
                <a:ext uri="{FF2B5EF4-FFF2-40B4-BE49-F238E27FC236}">
                  <a16:creationId xmlns:a16="http://schemas.microsoft.com/office/drawing/2014/main" id="{CA90EF32-624C-EA42-B13E-DDEDA1811CCC}"/>
                </a:ext>
              </a:extLst>
            </p:cNvPr>
            <p:cNvPicPr>
              <a:picLocks noChangeAspect="1"/>
            </p:cNvPicPr>
            <p:nvPr/>
          </p:nvPicPr>
          <p:blipFill>
            <a:blip r:embed="rId5"/>
            <a:stretch>
              <a:fillRect/>
            </a:stretch>
          </p:blipFill>
          <p:spPr>
            <a:xfrm>
              <a:off x="9590064" y="1457202"/>
              <a:ext cx="1445556" cy="512940"/>
            </a:xfrm>
            <a:prstGeom prst="rect">
              <a:avLst/>
            </a:prstGeom>
          </p:spPr>
        </p:pic>
        <p:sp>
          <p:nvSpPr>
            <p:cNvPr id="40" name="Rectangle 39">
              <a:extLst>
                <a:ext uri="{FF2B5EF4-FFF2-40B4-BE49-F238E27FC236}">
                  <a16:creationId xmlns:a16="http://schemas.microsoft.com/office/drawing/2014/main" id="{D1F695DE-7582-E922-A780-0B300A57C291}"/>
                </a:ext>
              </a:extLst>
            </p:cNvPr>
            <p:cNvSpPr/>
            <p:nvPr/>
          </p:nvSpPr>
          <p:spPr>
            <a:xfrm>
              <a:off x="8929912" y="1931723"/>
              <a:ext cx="3099137" cy="4114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lvl="0" algn="ctr">
                <a:defRPr sz="1400" b="0">
                  <a:solidFill>
                    <a:srgbClr val="5C6978"/>
                  </a:solidFill>
                </a:defRPr>
              </a:pPr>
              <a:r>
                <a:rPr kumimoji="0" lang="en-US" sz="1400" b="1" i="0" u="none" strike="noStrike" kern="1200" cap="none" spc="0" normalizeH="0" baseline="0" noProof="0">
                  <a:ln>
                    <a:noFill/>
                  </a:ln>
                  <a:solidFill>
                    <a:srgbClr val="374759"/>
                  </a:solidFill>
                  <a:effectLst/>
                  <a:uLnTx/>
                  <a:uFillTx/>
                  <a:latin typeface="Roboto"/>
                  <a:ea typeface="+mn-ea"/>
                  <a:cs typeface="+mn-cs"/>
                </a:rPr>
                <a:t>SUMO ‘net.xml’ network file </a:t>
              </a:r>
              <a:endParaRPr kumimoji="0" sz="1400" b="1" i="0" u="none" strike="noStrike" kern="1200" cap="none" spc="0" normalizeH="0" baseline="0" noProof="0">
                <a:ln>
                  <a:noFill/>
                </a:ln>
                <a:solidFill>
                  <a:srgbClr val="374759"/>
                </a:solidFill>
                <a:effectLst/>
                <a:uLnTx/>
                <a:uFillTx/>
                <a:latin typeface="Roboto"/>
                <a:ea typeface="+mn-ea"/>
                <a:cs typeface="+mn-cs"/>
              </a:endParaRPr>
            </a:p>
          </p:txBody>
        </p:sp>
        <p:cxnSp>
          <p:nvCxnSpPr>
            <p:cNvPr id="41" name="Straight Arrow Connector 40">
              <a:extLst>
                <a:ext uri="{FF2B5EF4-FFF2-40B4-BE49-F238E27FC236}">
                  <a16:creationId xmlns:a16="http://schemas.microsoft.com/office/drawing/2014/main" id="{704257EC-96DC-F58D-5AC2-709FC6238651}"/>
                </a:ext>
              </a:extLst>
            </p:cNvPr>
            <p:cNvCxnSpPr>
              <a:cxnSpLocks/>
            </p:cNvCxnSpPr>
            <p:nvPr/>
          </p:nvCxnSpPr>
          <p:spPr>
            <a:xfrm>
              <a:off x="6898740" y="4514552"/>
              <a:ext cx="2353902"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45" name="Rectangle 44">
              <a:extLst>
                <a:ext uri="{FF2B5EF4-FFF2-40B4-BE49-F238E27FC236}">
                  <a16:creationId xmlns:a16="http://schemas.microsoft.com/office/drawing/2014/main" id="{94DD6936-242E-748B-245E-53B15AC7BAF4}"/>
                </a:ext>
              </a:extLst>
            </p:cNvPr>
            <p:cNvSpPr/>
            <p:nvPr/>
          </p:nvSpPr>
          <p:spPr>
            <a:xfrm>
              <a:off x="7050424" y="4049879"/>
              <a:ext cx="1955956" cy="4114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ctr" defTabSz="914400" rtl="0" eaLnBrk="1" fontAlgn="auto" latinLnBrk="0" hangingPunct="1">
                <a:spcBef>
                  <a:spcPts val="0"/>
                </a:spcBef>
                <a:spcAft>
                  <a:spcPts val="0"/>
                </a:spcAft>
                <a:buClrTx/>
                <a:buSzTx/>
                <a:buFontTx/>
                <a:buNone/>
                <a:tabLst/>
                <a:defRPr sz="1400" b="0">
                  <a:solidFill>
                    <a:srgbClr val="5C6978"/>
                  </a:solidFill>
                </a:defRPr>
              </a:pPr>
              <a:r>
                <a:rPr lang="en-US" sz="1400" b="1" dirty="0" err="1">
                  <a:solidFill>
                    <a:schemeClr val="accent6">
                      <a:lumMod val="75000"/>
                    </a:schemeClr>
                  </a:solidFill>
                  <a:latin typeface="Roboto"/>
                </a:rPr>
                <a:t>Vissim</a:t>
              </a:r>
              <a:r>
                <a:rPr lang="en-US" sz="1400" b="1" dirty="0">
                  <a:solidFill>
                    <a:schemeClr val="accent6">
                      <a:lumMod val="75000"/>
                    </a:schemeClr>
                  </a:solidFill>
                  <a:latin typeface="Roboto"/>
                </a:rPr>
                <a:t> network import function</a:t>
              </a:r>
              <a:endParaRPr kumimoji="0" sz="1400" b="1" u="none" strike="noStrike" kern="1200" cap="none" spc="0" normalizeH="0" baseline="0" noProof="0" dirty="0">
                <a:ln>
                  <a:noFill/>
                </a:ln>
                <a:solidFill>
                  <a:schemeClr val="accent6">
                    <a:lumMod val="75000"/>
                  </a:schemeClr>
                </a:solidFill>
                <a:effectLst/>
                <a:uLnTx/>
                <a:uFillTx/>
                <a:latin typeface="Roboto"/>
                <a:ea typeface="+mn-ea"/>
                <a:cs typeface="+mn-cs"/>
              </a:endParaRPr>
            </a:p>
          </p:txBody>
        </p:sp>
        <p:sp>
          <p:nvSpPr>
            <p:cNvPr id="49" name="Rectangle 48">
              <a:extLst>
                <a:ext uri="{FF2B5EF4-FFF2-40B4-BE49-F238E27FC236}">
                  <a16:creationId xmlns:a16="http://schemas.microsoft.com/office/drawing/2014/main" id="{0F4333B0-567C-0498-F47F-579DF02A9C33}"/>
                </a:ext>
              </a:extLst>
            </p:cNvPr>
            <p:cNvSpPr/>
            <p:nvPr/>
          </p:nvSpPr>
          <p:spPr>
            <a:xfrm>
              <a:off x="8763273" y="4786668"/>
              <a:ext cx="3099137" cy="4114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lvl="0" algn="ctr">
                <a:defRPr sz="1400" b="0">
                  <a:solidFill>
                    <a:srgbClr val="5C6978"/>
                  </a:solidFill>
                </a:defRPr>
              </a:pPr>
              <a:r>
                <a:rPr kumimoji="0" lang="en-US" sz="1400" b="1" i="0" u="none" strike="noStrike" kern="1200" cap="none" spc="0" normalizeH="0" baseline="0" noProof="0" dirty="0" err="1">
                  <a:ln>
                    <a:noFill/>
                  </a:ln>
                  <a:solidFill>
                    <a:srgbClr val="374759"/>
                  </a:solidFill>
                  <a:effectLst/>
                  <a:uLnTx/>
                  <a:uFillTx/>
                  <a:latin typeface="Roboto"/>
                  <a:ea typeface="+mn-ea"/>
                  <a:cs typeface="+mn-cs"/>
                </a:rPr>
                <a:t>Vissim</a:t>
              </a:r>
              <a:r>
                <a:rPr kumimoji="0" lang="en-US" sz="1400" b="1" i="0" u="none" strike="noStrike" kern="1200" cap="none" spc="0" normalizeH="0" baseline="0" noProof="0" dirty="0">
                  <a:ln>
                    <a:noFill/>
                  </a:ln>
                  <a:solidFill>
                    <a:srgbClr val="374759"/>
                  </a:solidFill>
                  <a:effectLst/>
                  <a:uLnTx/>
                  <a:uFillTx/>
                  <a:latin typeface="Roboto"/>
                  <a:ea typeface="+mn-ea"/>
                  <a:cs typeface="+mn-cs"/>
                </a:rPr>
                <a:t> ‘.</a:t>
              </a:r>
              <a:r>
                <a:rPr lang="en-US" sz="1400" b="1" dirty="0" err="1">
                  <a:solidFill>
                    <a:srgbClr val="374759"/>
                  </a:solidFill>
                  <a:latin typeface="Roboto"/>
                </a:rPr>
                <a:t>inp</a:t>
              </a:r>
              <a:r>
                <a:rPr kumimoji="0" lang="en-US" sz="1400" b="1" i="0" u="none" strike="noStrike" kern="1200" cap="none" spc="0" normalizeH="0" baseline="0" noProof="0" dirty="0">
                  <a:ln>
                    <a:noFill/>
                  </a:ln>
                  <a:solidFill>
                    <a:srgbClr val="374759"/>
                  </a:solidFill>
                  <a:effectLst/>
                  <a:uLnTx/>
                  <a:uFillTx/>
                  <a:latin typeface="Roboto"/>
                  <a:ea typeface="+mn-ea"/>
                  <a:cs typeface="+mn-cs"/>
                </a:rPr>
                <a:t>’ file </a:t>
              </a:r>
              <a:endParaRPr kumimoji="0" sz="1400" b="1" i="0" u="none" strike="noStrike" kern="1200" cap="none" spc="0" normalizeH="0" baseline="0" noProof="0" dirty="0">
                <a:ln>
                  <a:noFill/>
                </a:ln>
                <a:solidFill>
                  <a:srgbClr val="374759"/>
                </a:solidFill>
                <a:effectLst/>
                <a:uLnTx/>
                <a:uFillTx/>
                <a:latin typeface="Roboto"/>
                <a:ea typeface="+mn-ea"/>
                <a:cs typeface="+mn-cs"/>
              </a:endParaRPr>
            </a:p>
          </p:txBody>
        </p:sp>
        <p:pic>
          <p:nvPicPr>
            <p:cNvPr id="4" name="Graphic 3">
              <a:extLst>
                <a:ext uri="{FF2B5EF4-FFF2-40B4-BE49-F238E27FC236}">
                  <a16:creationId xmlns:a16="http://schemas.microsoft.com/office/drawing/2014/main" id="{FEAD30A5-0798-24D7-93C8-E80C52DFEA5B}"/>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572223" y="4049879"/>
              <a:ext cx="685800" cy="685800"/>
            </a:xfrm>
            <a:prstGeom prst="rect">
              <a:avLst/>
            </a:prstGeom>
          </p:spPr>
        </p:pic>
      </p:grpSp>
    </p:spTree>
    <p:extLst>
      <p:ext uri="{BB962C8B-B14F-4D97-AF65-F5344CB8AC3E}">
        <p14:creationId xmlns:p14="http://schemas.microsoft.com/office/powerpoint/2010/main" val="24473277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5F1712FE-4490-D539-3A41-9E8300EFF422}"/>
              </a:ext>
            </a:extLst>
          </p:cNvPr>
          <p:cNvSpPr>
            <a:spLocks noGrp="1"/>
          </p:cNvSpPr>
          <p:nvPr>
            <p:ph type="title"/>
          </p:nvPr>
        </p:nvSpPr>
        <p:spPr>
          <a:xfrm>
            <a:off x="314692" y="365125"/>
            <a:ext cx="11492432" cy="483961"/>
          </a:xfrm>
        </p:spPr>
        <p:txBody>
          <a:bodyPr/>
          <a:lstStyle/>
          <a:p>
            <a:r>
              <a:rPr lang="en-US" dirty="0"/>
              <a:t>Real-Twin Automation Workflow for </a:t>
            </a:r>
            <a:r>
              <a:rPr lang="en-US" dirty="0" err="1"/>
              <a:t>Vissim</a:t>
            </a:r>
            <a:endParaRPr lang="en-US" dirty="0"/>
          </a:p>
        </p:txBody>
      </p:sp>
      <p:sp>
        <p:nvSpPr>
          <p:cNvPr id="5" name="TextBox 4">
            <a:extLst>
              <a:ext uri="{FF2B5EF4-FFF2-40B4-BE49-F238E27FC236}">
                <a16:creationId xmlns:a16="http://schemas.microsoft.com/office/drawing/2014/main" id="{769A3A1F-3112-7044-13FD-DF541A69F89F}"/>
              </a:ext>
            </a:extLst>
          </p:cNvPr>
          <p:cNvSpPr txBox="1"/>
          <p:nvPr/>
        </p:nvSpPr>
        <p:spPr>
          <a:xfrm>
            <a:off x="286089" y="993846"/>
            <a:ext cx="10452195" cy="369332"/>
          </a:xfrm>
          <a:prstGeom prst="rect">
            <a:avLst/>
          </a:prstGeom>
          <a:noFill/>
        </p:spPr>
        <p:txBody>
          <a:bodyPr wrap="square">
            <a:spAutoFit/>
          </a:bodyPr>
          <a:lstStyle/>
          <a:p>
            <a:pPr marR="0" lvl="0" algn="l" defTabSz="914400" rtl="0" eaLnBrk="1" fontAlgn="auto" latinLnBrk="0" hangingPunct="1">
              <a:lnSpc>
                <a:spcPct val="100000"/>
              </a:lnSpc>
              <a:spcBef>
                <a:spcPts val="0"/>
              </a:spcBef>
              <a:spcAft>
                <a:spcPts val="1200"/>
              </a:spcAft>
              <a:buClrTx/>
              <a:buSzTx/>
              <a:tabLst/>
              <a:defRPr/>
            </a:pPr>
            <a:r>
              <a:rPr kumimoji="0" lang="en-US" sz="1800" b="1" i="0" u="none" strike="noStrike" kern="1200" cap="none" spc="0" normalizeH="0" baseline="0" noProof="0">
                <a:ln>
                  <a:noFill/>
                </a:ln>
                <a:solidFill>
                  <a:srgbClr val="00454D"/>
                </a:solidFill>
                <a:effectLst/>
                <a:uLnTx/>
                <a:uFillTx/>
                <a:latin typeface="Roboto"/>
                <a:ea typeface="+mn-ea"/>
                <a:cs typeface="+mn-cs"/>
              </a:rPr>
              <a:t>Step 2 Matchup Table Generation</a:t>
            </a:r>
          </a:p>
        </p:txBody>
      </p:sp>
      <p:sp>
        <p:nvSpPr>
          <p:cNvPr id="7" name="Content Placeholder 2">
            <a:extLst>
              <a:ext uri="{FF2B5EF4-FFF2-40B4-BE49-F238E27FC236}">
                <a16:creationId xmlns:a16="http://schemas.microsoft.com/office/drawing/2014/main" id="{C90ABA93-06F8-64AA-8B34-4AEEC282285A}"/>
              </a:ext>
            </a:extLst>
          </p:cNvPr>
          <p:cNvSpPr txBox="1">
            <a:spLocks/>
          </p:cNvSpPr>
          <p:nvPr/>
        </p:nvSpPr>
        <p:spPr>
          <a:xfrm>
            <a:off x="286089" y="1507938"/>
            <a:ext cx="11861266" cy="1263375"/>
          </a:xfrm>
          <a:prstGeom prst="rect">
            <a:avLst/>
          </a:prstGeom>
        </p:spPr>
        <p:txBody>
          <a:bodyPr/>
          <a:lstStyle>
            <a:lvl1pPr marL="228600" indent="-228600" algn="l" defTabSz="914400" rtl="0" eaLnBrk="1" latinLnBrk="0" hangingPunct="1">
              <a:lnSpc>
                <a:spcPct val="90000"/>
              </a:lnSpc>
              <a:spcBef>
                <a:spcPts val="1000"/>
              </a:spcBef>
              <a:spcAft>
                <a:spcPts val="60"/>
              </a:spcAft>
              <a:buFont typeface="Arial" panose="020B0604020202020204" pitchFamily="34" charset="0"/>
              <a:buChar char="•"/>
              <a:defRPr sz="2200" kern="1200">
                <a:solidFill>
                  <a:schemeClr val="tx1"/>
                </a:solidFill>
                <a:latin typeface="Roboto" panose="02000000000000000000" pitchFamily="2" charset="0"/>
                <a:ea typeface="Roboto" panose="02000000000000000000" pitchFamily="2" charset="0"/>
                <a:cs typeface="+mn-cs"/>
              </a:defRPr>
            </a:lvl1pPr>
            <a:lvl2pPr marL="685800" indent="-228600" algn="l" defTabSz="914400" rtl="0" eaLnBrk="1" latinLnBrk="0" hangingPunct="1">
              <a:lnSpc>
                <a:spcPct val="90000"/>
              </a:lnSpc>
              <a:spcBef>
                <a:spcPts val="1000"/>
              </a:spcBef>
              <a:spcAft>
                <a:spcPts val="60"/>
              </a:spcAft>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mn-cs"/>
              </a:defRPr>
            </a:lvl2pPr>
            <a:lvl3pPr marL="1143000" indent="-228600" algn="l" defTabSz="914400" rtl="0" eaLnBrk="1" latinLnBrk="0" hangingPunct="1">
              <a:lnSpc>
                <a:spcPct val="90000"/>
              </a:lnSpc>
              <a:spcBef>
                <a:spcPts val="1000"/>
              </a:spcBef>
              <a:spcAft>
                <a:spcPts val="60"/>
              </a:spcAft>
              <a:buFont typeface="Arial" panose="020B0604020202020204" pitchFamily="34" charset="0"/>
              <a:buChar char="•"/>
              <a:defRPr sz="1600" kern="1200">
                <a:solidFill>
                  <a:schemeClr val="tx1"/>
                </a:solidFill>
                <a:latin typeface="Roboto" panose="02000000000000000000" pitchFamily="2" charset="0"/>
                <a:ea typeface="Roboto" panose="02000000000000000000" pitchFamily="2" charset="0"/>
                <a:cs typeface="+mn-cs"/>
              </a:defRPr>
            </a:lvl3pPr>
            <a:lvl4pPr marL="1600200" indent="-228600" algn="l" defTabSz="914400" rtl="0" eaLnBrk="1" latinLnBrk="0" hangingPunct="1">
              <a:lnSpc>
                <a:spcPct val="90000"/>
              </a:lnSpc>
              <a:spcBef>
                <a:spcPts val="1000"/>
              </a:spcBef>
              <a:spcAft>
                <a:spcPts val="60"/>
              </a:spcAft>
              <a:buFont typeface="Arial" panose="020B0604020202020204" pitchFamily="34" charset="0"/>
              <a:buChar char="•"/>
              <a:defRPr sz="1600" kern="1200">
                <a:solidFill>
                  <a:schemeClr val="tx1"/>
                </a:solidFill>
                <a:latin typeface="Roboto" panose="02000000000000000000" pitchFamily="2" charset="0"/>
                <a:ea typeface="Roboto" panose="02000000000000000000" pitchFamily="2" charset="0"/>
                <a:cs typeface="+mn-cs"/>
              </a:defRPr>
            </a:lvl4pPr>
            <a:lvl5pPr marL="2057400" indent="-228600" algn="l" defTabSz="914400" rtl="0" eaLnBrk="1" latinLnBrk="0" hangingPunct="1">
              <a:lnSpc>
                <a:spcPct val="90000"/>
              </a:lnSpc>
              <a:spcBef>
                <a:spcPts val="1000"/>
              </a:spcBef>
              <a:spcAft>
                <a:spcPts val="60"/>
              </a:spcAft>
              <a:buFont typeface="Arial" panose="020B0604020202020204" pitchFamily="34" charset="0"/>
              <a:buChar char="•"/>
              <a:defRPr sz="1600" kern="1200">
                <a:solidFill>
                  <a:schemeClr val="tx1"/>
                </a:solidFill>
                <a:latin typeface="Roboto" panose="02000000000000000000" pitchFamily="2" charset="0"/>
                <a:ea typeface="Roboto" panose="02000000000000000000"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marR="0" indent="-285750" fontAlgn="auto">
              <a:lnSpc>
                <a:spcPct val="100000"/>
              </a:lnSpc>
              <a:spcBef>
                <a:spcPts val="0"/>
              </a:spcBef>
              <a:spcAft>
                <a:spcPts val="600"/>
              </a:spcAft>
              <a:buClrTx/>
              <a:buSzTx/>
              <a:tabLst/>
              <a:defRPr sz="1400" b="0">
                <a:solidFill>
                  <a:srgbClr val="5C6978"/>
                </a:solidFill>
              </a:defRPr>
            </a:pPr>
            <a:r>
              <a:rPr sz="1600">
                <a:solidFill>
                  <a:srgbClr val="00454D"/>
                </a:solidFill>
                <a:latin typeface="Roboto"/>
              </a:rPr>
              <a:t>Matchup table links demand and signal data to the correct intersections in the simulation network.</a:t>
            </a:r>
          </a:p>
          <a:p>
            <a:pPr marL="285750" marR="0" indent="-285750" fontAlgn="auto">
              <a:lnSpc>
                <a:spcPct val="100000"/>
              </a:lnSpc>
              <a:spcBef>
                <a:spcPts val="0"/>
              </a:spcBef>
              <a:spcAft>
                <a:spcPts val="600"/>
              </a:spcAft>
              <a:buClrTx/>
              <a:buSzTx/>
              <a:tabLst/>
              <a:defRPr sz="1400" b="0">
                <a:solidFill>
                  <a:srgbClr val="5C6978"/>
                </a:solidFill>
              </a:defRPr>
            </a:pPr>
            <a:r>
              <a:rPr sz="1600">
                <a:solidFill>
                  <a:srgbClr val="00454D"/>
                </a:solidFill>
                <a:latin typeface="Roboto"/>
              </a:rPr>
              <a:t>Both tables serve the same purpose and share the same layout -- one row per turning movement, columns A-N in the same order -- so they can be read side by side. On Chattanooga they agree on all 104 movements, 34 approaches and 10 junctions.</a:t>
            </a:r>
          </a:p>
          <a:p>
            <a:pPr marL="285750" marR="0" indent="-285750" fontAlgn="auto">
              <a:lnSpc>
                <a:spcPct val="100000"/>
              </a:lnSpc>
              <a:spcBef>
                <a:spcPts val="0"/>
              </a:spcBef>
              <a:spcAft>
                <a:spcPts val="600"/>
              </a:spcAft>
              <a:buClrTx/>
              <a:buSzTx/>
              <a:tabLst/>
              <a:defRPr sz="1400" b="0">
                <a:solidFill>
                  <a:srgbClr val="5C6978"/>
                </a:solidFill>
              </a:defRPr>
            </a:pPr>
            <a:r>
              <a:rPr sz="1600">
                <a:solidFill>
                  <a:srgbClr val="00454D"/>
                </a:solidFill>
                <a:latin typeface="Roboto"/>
              </a:rPr>
              <a:t>The differences are structural, not just how the data are accessed. SUMO's network file names junctions, connections and turn directions outright. Vissim has no junction object at all, renumbers every link on import, and spreads one movement across several internal links, so junctions have to be worked out again:</a:t>
            </a:r>
            <a:endParaRPr kumimoji="0" lang="en-US" sz="1600" b="0" i="0" u="none" strike="noStrike" kern="1200" cap="none" spc="0" normalizeH="0" baseline="0" noProof="0" dirty="0">
              <a:ln>
                <a:noFill/>
              </a:ln>
              <a:solidFill>
                <a:srgbClr val="00454D"/>
              </a:solidFill>
              <a:effectLst/>
              <a:uLnTx/>
              <a:uFillTx/>
              <a:latin typeface="Verdana" panose="020B0604030504040204" pitchFamily="34" charset="0"/>
              <a:ea typeface="Verdana" panose="020B0604030504040204" pitchFamily="34" charset="0"/>
              <a:cs typeface="Arial"/>
            </a:endParaRPr>
          </a:p>
          <a:p>
            <a:pPr lvl="1"/>
            <a:r>
              <a:rPr sz="1400">
                <a:solidFill>
                  <a:srgbClr val="00454D"/>
                </a:solidFill>
                <a:latin typeface="Roboto"/>
              </a:rPr>
              <a:t>Pair each Vissim link with its OpenDRIVE road by comparing three things: the Vissim link polyline against the OpenDRIVE road's planView geometry, the Vissim link length against the OpenDRIVE road length, and the lane count on each. Solved as a one-to-one assignment, since Vissim imports one Vissim link per drivable OpenDRIVE road.</a:t>
            </a:r>
          </a:p>
          <a:p>
            <a:pPr lvl="1"/>
            <a:r>
              <a:rPr sz="1400">
                <a:solidFill>
                  <a:srgbClr val="00454D"/>
                </a:solidFill>
                <a:latin typeface="Roboto"/>
              </a:rPr>
              <a:t>Read the junction id off the paired OpenDRIVE road: every &lt;road&gt; element carries a junction attribute holding the id of the junction it lies inside, or -1 when it does not. Grouping the Vissim links by that id gives each junction; the Vissim links feeding one from outside are its approaches, and the Vissim connectors through it give the turns.</a:t>
            </a:r>
          </a:p>
        </p:txBody>
      </p:sp>
    </p:spTree>
    <p:extLst>
      <p:ext uri="{BB962C8B-B14F-4D97-AF65-F5344CB8AC3E}">
        <p14:creationId xmlns:p14="http://schemas.microsoft.com/office/powerpoint/2010/main" val="27928202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4908D6-7DD4-6180-BC5B-18333C0CEC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66433F-6BE2-5A20-B235-8BB081E29CCB}"/>
              </a:ext>
            </a:extLst>
          </p:cNvPr>
          <p:cNvSpPr>
            <a:spLocks noGrp="1"/>
          </p:cNvSpPr>
          <p:nvPr>
            <p:ph type="title"/>
          </p:nvPr>
        </p:nvSpPr>
        <p:spPr>
          <a:xfrm>
            <a:off x="314692" y="365125"/>
            <a:ext cx="11492432" cy="483961"/>
          </a:xfrm>
        </p:spPr>
        <p:txBody>
          <a:bodyPr/>
          <a:lstStyle/>
          <a:p>
            <a:r>
              <a:rPr lang="en-US" dirty="0"/>
              <a:t>Real-Twin Automation Workflow for Vissim vs SUMO</a:t>
            </a:r>
          </a:p>
        </p:txBody>
      </p:sp>
      <p:sp>
        <p:nvSpPr>
          <p:cNvPr id="7" name="TextBox 6">
            <a:extLst>
              <a:ext uri="{FF2B5EF4-FFF2-40B4-BE49-F238E27FC236}">
                <a16:creationId xmlns:a16="http://schemas.microsoft.com/office/drawing/2014/main" id="{C78BE72A-8254-097C-B0F6-ADCFDCCE546C}"/>
              </a:ext>
            </a:extLst>
          </p:cNvPr>
          <p:cNvSpPr txBox="1"/>
          <p:nvPr/>
        </p:nvSpPr>
        <p:spPr>
          <a:xfrm>
            <a:off x="286089" y="993846"/>
            <a:ext cx="10452195" cy="369332"/>
          </a:xfrm>
          <a:prstGeom prst="rect">
            <a:avLst/>
          </a:prstGeom>
          <a:noFill/>
        </p:spPr>
        <p:txBody>
          <a:bodyPr wrap="square">
            <a:spAutoFit/>
          </a:bodyPr>
          <a:lstStyle/>
          <a:p>
            <a:pPr marR="0" lvl="0" algn="l" defTabSz="914400" rtl="0" eaLnBrk="1" fontAlgn="auto" latinLnBrk="0" hangingPunct="1">
              <a:lnSpc>
                <a:spcPct val="100000"/>
              </a:lnSpc>
              <a:spcBef>
                <a:spcPts val="0"/>
              </a:spcBef>
              <a:spcAft>
                <a:spcPts val="1200"/>
              </a:spcAft>
              <a:buClrTx/>
              <a:buSzTx/>
              <a:tabLst/>
              <a:defRPr/>
            </a:pPr>
            <a:r>
              <a:rPr kumimoji="0" lang="en-US" sz="1800" b="1" i="0" u="none" strike="noStrike" kern="1200" cap="none" spc="0" normalizeH="0" baseline="0" noProof="0">
                <a:ln>
                  <a:noFill/>
                </a:ln>
                <a:solidFill>
                  <a:srgbClr val="00454D"/>
                </a:solidFill>
                <a:effectLst/>
                <a:uLnTx/>
                <a:uFillTx/>
                <a:latin typeface="Roboto"/>
                <a:ea typeface="+mn-ea"/>
                <a:cs typeface="+mn-cs"/>
              </a:rPr>
              <a:t>Step 2 Matchup Table Generation</a:t>
            </a:r>
          </a:p>
        </p:txBody>
      </p:sp>
      <p:pic>
        <p:nvPicPr>
          <p:cNvPr id="4" name="Picture 3">
            <a:extLst>
              <a:ext uri="{FF2B5EF4-FFF2-40B4-BE49-F238E27FC236}">
                <a16:creationId xmlns:a16="http://schemas.microsoft.com/office/drawing/2014/main" id="{3642BEF2-3BDC-75DD-9AEC-B4515543DD97}"/>
              </a:ext>
            </a:extLst>
          </p:cNvPr>
          <p:cNvPicPr>
            <a:picLocks noChangeAspect="1"/>
          </p:cNvPicPr>
          <p:nvPr/>
        </p:nvPicPr>
        <p:blipFill>
          <a:blip r:embed="rId3"/>
          <a:stretch>
            <a:fillRect/>
          </a:stretch>
        </p:blipFill>
        <p:spPr>
          <a:xfrm>
            <a:off x="0" y="3202125"/>
            <a:ext cx="12192000" cy="2374812"/>
          </a:xfrm>
          <a:prstGeom prst="rect">
            <a:avLst/>
          </a:prstGeom>
        </p:spPr>
      </p:pic>
      <p:sp>
        <p:nvSpPr>
          <p:cNvPr id="6" name="Content Placeholder 2">
            <a:extLst>
              <a:ext uri="{FF2B5EF4-FFF2-40B4-BE49-F238E27FC236}">
                <a16:creationId xmlns:a16="http://schemas.microsoft.com/office/drawing/2014/main" id="{0DCF7CAC-BAC1-E840-9FCC-CA1B838F80B7}"/>
              </a:ext>
            </a:extLst>
          </p:cNvPr>
          <p:cNvSpPr txBox="1">
            <a:spLocks/>
          </p:cNvSpPr>
          <p:nvPr/>
        </p:nvSpPr>
        <p:spPr>
          <a:xfrm>
            <a:off x="1642205" y="5664978"/>
            <a:ext cx="11861266" cy="1263375"/>
          </a:xfrm>
          <a:prstGeom prst="rect">
            <a:avLst/>
          </a:prstGeom>
        </p:spPr>
        <p:txBody>
          <a:bodyPr/>
          <a:lstStyle>
            <a:lvl1pPr marL="228600" indent="-228600" algn="l" defTabSz="914400" rtl="0" eaLnBrk="1" latinLnBrk="0" hangingPunct="1">
              <a:lnSpc>
                <a:spcPct val="90000"/>
              </a:lnSpc>
              <a:spcBef>
                <a:spcPts val="1000"/>
              </a:spcBef>
              <a:spcAft>
                <a:spcPts val="60"/>
              </a:spcAft>
              <a:buFont typeface="Arial" panose="020B0604020202020204" pitchFamily="34" charset="0"/>
              <a:buChar char="•"/>
              <a:defRPr sz="2200" kern="1200">
                <a:solidFill>
                  <a:schemeClr val="tx1"/>
                </a:solidFill>
                <a:latin typeface="Roboto" panose="02000000000000000000" pitchFamily="2" charset="0"/>
                <a:ea typeface="Roboto" panose="02000000000000000000" pitchFamily="2" charset="0"/>
                <a:cs typeface="+mn-cs"/>
              </a:defRPr>
            </a:lvl1pPr>
            <a:lvl2pPr marL="685800" indent="-228600" algn="l" defTabSz="914400" rtl="0" eaLnBrk="1" latinLnBrk="0" hangingPunct="1">
              <a:lnSpc>
                <a:spcPct val="90000"/>
              </a:lnSpc>
              <a:spcBef>
                <a:spcPts val="1000"/>
              </a:spcBef>
              <a:spcAft>
                <a:spcPts val="60"/>
              </a:spcAft>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mn-cs"/>
              </a:defRPr>
            </a:lvl2pPr>
            <a:lvl3pPr marL="1143000" indent="-228600" algn="l" defTabSz="914400" rtl="0" eaLnBrk="1" latinLnBrk="0" hangingPunct="1">
              <a:lnSpc>
                <a:spcPct val="90000"/>
              </a:lnSpc>
              <a:spcBef>
                <a:spcPts val="1000"/>
              </a:spcBef>
              <a:spcAft>
                <a:spcPts val="60"/>
              </a:spcAft>
              <a:buFont typeface="Arial" panose="020B0604020202020204" pitchFamily="34" charset="0"/>
              <a:buChar char="•"/>
              <a:defRPr sz="1600" kern="1200">
                <a:solidFill>
                  <a:schemeClr val="tx1"/>
                </a:solidFill>
                <a:latin typeface="Roboto" panose="02000000000000000000" pitchFamily="2" charset="0"/>
                <a:ea typeface="Roboto" panose="02000000000000000000" pitchFamily="2" charset="0"/>
                <a:cs typeface="+mn-cs"/>
              </a:defRPr>
            </a:lvl3pPr>
            <a:lvl4pPr marL="1600200" indent="-228600" algn="l" defTabSz="914400" rtl="0" eaLnBrk="1" latinLnBrk="0" hangingPunct="1">
              <a:lnSpc>
                <a:spcPct val="90000"/>
              </a:lnSpc>
              <a:spcBef>
                <a:spcPts val="1000"/>
              </a:spcBef>
              <a:spcAft>
                <a:spcPts val="60"/>
              </a:spcAft>
              <a:buFont typeface="Arial" panose="020B0604020202020204" pitchFamily="34" charset="0"/>
              <a:buChar char="•"/>
              <a:defRPr sz="1600" kern="1200">
                <a:solidFill>
                  <a:schemeClr val="tx1"/>
                </a:solidFill>
                <a:latin typeface="Roboto" panose="02000000000000000000" pitchFamily="2" charset="0"/>
                <a:ea typeface="Roboto" panose="02000000000000000000" pitchFamily="2" charset="0"/>
                <a:cs typeface="+mn-cs"/>
              </a:defRPr>
            </a:lvl4pPr>
            <a:lvl5pPr marL="2057400" indent="-228600" algn="l" defTabSz="914400" rtl="0" eaLnBrk="1" latinLnBrk="0" hangingPunct="1">
              <a:lnSpc>
                <a:spcPct val="90000"/>
              </a:lnSpc>
              <a:spcBef>
                <a:spcPts val="1000"/>
              </a:spcBef>
              <a:spcAft>
                <a:spcPts val="60"/>
              </a:spcAft>
              <a:buFont typeface="Arial" panose="020B0604020202020204" pitchFamily="34" charset="0"/>
              <a:buChar char="•"/>
              <a:defRPr sz="1600" kern="1200">
                <a:solidFill>
                  <a:schemeClr val="tx1"/>
                </a:solidFill>
                <a:latin typeface="Roboto" panose="02000000000000000000" pitchFamily="2" charset="0"/>
                <a:ea typeface="Roboto" panose="02000000000000000000"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fontAlgn="auto">
              <a:lnSpc>
                <a:spcPct val="100000"/>
              </a:lnSpc>
              <a:spcBef>
                <a:spcPts val="0"/>
              </a:spcBef>
              <a:spcAft>
                <a:spcPts val="600"/>
              </a:spcAft>
              <a:buClrTx/>
              <a:buSzTx/>
              <a:buNone/>
              <a:tabLst/>
              <a:defRPr sz="1400" b="0">
                <a:solidFill>
                  <a:srgbClr val="5C6978"/>
                </a:solidFill>
              </a:defRPr>
            </a:pPr>
            <a:r>
              <a:rPr lang="en-US" sz="1600">
                <a:solidFill>
                  <a:schemeClr val="accent3">
                    <a:lumMod val="75000"/>
                  </a:schemeClr>
                </a:solidFill>
                <a:latin typeface="Roboto"/>
                <a:ea typeface="+mn-ea"/>
              </a:rPr>
              <a:t>Blue: information obtained from the network file (e.g., turning movement road ids)</a:t>
            </a:r>
          </a:p>
          <a:p>
            <a:pPr marL="0" marR="0" lvl="0" indent="0" fontAlgn="auto">
              <a:lnSpc>
                <a:spcPct val="100000"/>
              </a:lnSpc>
              <a:spcBef>
                <a:spcPts val="0"/>
              </a:spcBef>
              <a:spcAft>
                <a:spcPts val="600"/>
              </a:spcAft>
              <a:buClrTx/>
              <a:buSzTx/>
              <a:buNone/>
              <a:tabLst/>
              <a:defRPr sz="1400" b="0">
                <a:solidFill>
                  <a:srgbClr val="5C6978"/>
                </a:solidFill>
              </a:defRPr>
            </a:pPr>
            <a:r>
              <a:rPr lang="en-US" sz="1600">
                <a:solidFill>
                  <a:srgbClr val="FF0000"/>
                </a:solidFill>
                <a:latin typeface="Roboto"/>
                <a:ea typeface="+mn-ea"/>
              </a:rPr>
              <a:t>Red: signal and demand user input.</a:t>
            </a:r>
          </a:p>
          <a:p>
            <a:pPr marL="0" marR="0" lvl="0" indent="0" fontAlgn="auto">
              <a:lnSpc>
                <a:spcPct val="100000"/>
              </a:lnSpc>
              <a:spcBef>
                <a:spcPts val="0"/>
              </a:spcBef>
              <a:spcAft>
                <a:spcPts val="600"/>
              </a:spcAft>
              <a:buClrTx/>
              <a:buSzTx/>
              <a:buNone/>
              <a:tabLst/>
              <a:defRPr sz="1400" b="0">
                <a:solidFill>
                  <a:srgbClr val="5C6978"/>
                </a:solidFill>
              </a:defRPr>
            </a:pPr>
            <a:r>
              <a:rPr lang="en-US" sz="1600">
                <a:solidFill>
                  <a:srgbClr val="00B050"/>
                </a:solidFill>
                <a:latin typeface="Roboto"/>
                <a:ea typeface="+mn-ea"/>
              </a:rPr>
              <a:t>Green: information obtained from user input that links demand and signal data to the simulation network.</a:t>
            </a:r>
          </a:p>
          <a:p>
            <a:pPr marL="285750" marR="0" lvl="0" indent="-285750" fontAlgn="auto">
              <a:lnSpc>
                <a:spcPct val="100000"/>
              </a:lnSpc>
              <a:spcBef>
                <a:spcPts val="0"/>
              </a:spcBef>
              <a:spcAft>
                <a:spcPts val="600"/>
              </a:spcAft>
              <a:buClrTx/>
              <a:buSzTx/>
              <a:tabLst/>
              <a:defRPr sz="1400" b="0">
                <a:solidFill>
                  <a:srgbClr val="5C6978"/>
                </a:solidFill>
              </a:defRPr>
            </a:pPr>
            <a:endParaRPr lang="en-US" sz="1600">
              <a:solidFill>
                <a:srgbClr val="00454D"/>
              </a:solidFill>
              <a:latin typeface="Roboto"/>
              <a:ea typeface="+mn-ea"/>
            </a:endParaRPr>
          </a:p>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endParaRPr kumimoji="0" lang="en-US" sz="1600" b="0" i="0" u="none" strike="noStrike" kern="1200" cap="none" spc="0" normalizeH="0" baseline="0" noProof="0">
              <a:ln>
                <a:noFill/>
              </a:ln>
              <a:solidFill>
                <a:srgbClr val="00454D"/>
              </a:solidFill>
              <a:effectLst/>
              <a:uLnTx/>
              <a:uFillTx/>
              <a:latin typeface="Verdana" panose="020B0604030504040204" pitchFamily="34" charset="0"/>
              <a:ea typeface="Verdana" panose="020B0604030504040204" pitchFamily="34" charset="0"/>
              <a:cs typeface="Arial"/>
            </a:endParaRPr>
          </a:p>
          <a:p>
            <a:pPr marL="0" marR="0" lvl="0" indent="0" algn="l" defTabSz="914400" rtl="0" eaLnBrk="1" fontAlgn="auto" latinLnBrk="0" hangingPunct="1">
              <a:lnSpc>
                <a:spcPct val="90000"/>
              </a:lnSpc>
              <a:spcBef>
                <a:spcPts val="0"/>
              </a:spcBef>
              <a:spcAft>
                <a:spcPts val="600"/>
              </a:spcAft>
              <a:buClrTx/>
              <a:buSzTx/>
              <a:buFont typeface="Arial" panose="020B0604020202020204" pitchFamily="34" charset="0"/>
              <a:buNone/>
              <a:tabLst/>
              <a:defRPr/>
            </a:pPr>
            <a:endParaRPr kumimoji="0" lang="en-US" sz="1600" b="0" i="0" u="none" strike="noStrike" kern="1200" cap="none" spc="0" normalizeH="0" baseline="0" noProof="0">
              <a:ln>
                <a:noFill/>
              </a:ln>
              <a:solidFill>
                <a:srgbClr val="00454D"/>
              </a:solidFill>
              <a:effectLst/>
              <a:uLnTx/>
              <a:uFillTx/>
              <a:latin typeface="Verdana" panose="020B0604030504040204" pitchFamily="34" charset="0"/>
              <a:ea typeface="Verdana" panose="020B0604030504040204" pitchFamily="34" charset="0"/>
              <a:cs typeface="Arial"/>
            </a:endParaRPr>
          </a:p>
        </p:txBody>
      </p:sp>
      <p:sp>
        <p:nvSpPr>
          <p:cNvPr id="9" name="Content Placeholder 2">
            <a:extLst>
              <a:ext uri="{FF2B5EF4-FFF2-40B4-BE49-F238E27FC236}">
                <a16:creationId xmlns:a16="http://schemas.microsoft.com/office/drawing/2014/main" id="{1560ECA5-3582-244A-4116-1D3F447EA5F8}"/>
              </a:ext>
            </a:extLst>
          </p:cNvPr>
          <p:cNvSpPr txBox="1">
            <a:spLocks/>
          </p:cNvSpPr>
          <p:nvPr/>
        </p:nvSpPr>
        <p:spPr>
          <a:xfrm>
            <a:off x="286089" y="1424658"/>
            <a:ext cx="11861266" cy="1263375"/>
          </a:xfrm>
          <a:prstGeom prst="rect">
            <a:avLst/>
          </a:prstGeom>
        </p:spPr>
        <p:txBody>
          <a:bodyPr/>
          <a:lstStyle>
            <a:lvl1pPr marL="228600" indent="-228600" algn="l" defTabSz="914400" rtl="0" eaLnBrk="1" latinLnBrk="0" hangingPunct="1">
              <a:lnSpc>
                <a:spcPct val="90000"/>
              </a:lnSpc>
              <a:spcBef>
                <a:spcPts val="1000"/>
              </a:spcBef>
              <a:spcAft>
                <a:spcPts val="60"/>
              </a:spcAft>
              <a:buFont typeface="Arial" panose="020B0604020202020204" pitchFamily="34" charset="0"/>
              <a:buChar char="•"/>
              <a:defRPr sz="2200" kern="1200">
                <a:solidFill>
                  <a:schemeClr val="tx1"/>
                </a:solidFill>
                <a:latin typeface="Roboto" panose="02000000000000000000" pitchFamily="2" charset="0"/>
                <a:ea typeface="Roboto" panose="02000000000000000000" pitchFamily="2" charset="0"/>
                <a:cs typeface="+mn-cs"/>
              </a:defRPr>
            </a:lvl1pPr>
            <a:lvl2pPr marL="685800" indent="-228600" algn="l" defTabSz="914400" rtl="0" eaLnBrk="1" latinLnBrk="0" hangingPunct="1">
              <a:lnSpc>
                <a:spcPct val="90000"/>
              </a:lnSpc>
              <a:spcBef>
                <a:spcPts val="1000"/>
              </a:spcBef>
              <a:spcAft>
                <a:spcPts val="60"/>
              </a:spcAft>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mn-cs"/>
              </a:defRPr>
            </a:lvl2pPr>
            <a:lvl3pPr marL="1143000" indent="-228600" algn="l" defTabSz="914400" rtl="0" eaLnBrk="1" latinLnBrk="0" hangingPunct="1">
              <a:lnSpc>
                <a:spcPct val="90000"/>
              </a:lnSpc>
              <a:spcBef>
                <a:spcPts val="1000"/>
              </a:spcBef>
              <a:spcAft>
                <a:spcPts val="60"/>
              </a:spcAft>
              <a:buFont typeface="Arial" panose="020B0604020202020204" pitchFamily="34" charset="0"/>
              <a:buChar char="•"/>
              <a:defRPr sz="1600" kern="1200">
                <a:solidFill>
                  <a:schemeClr val="tx1"/>
                </a:solidFill>
                <a:latin typeface="Roboto" panose="02000000000000000000" pitchFamily="2" charset="0"/>
                <a:ea typeface="Roboto" panose="02000000000000000000" pitchFamily="2" charset="0"/>
                <a:cs typeface="+mn-cs"/>
              </a:defRPr>
            </a:lvl3pPr>
            <a:lvl4pPr marL="1600200" indent="-228600" algn="l" defTabSz="914400" rtl="0" eaLnBrk="1" latinLnBrk="0" hangingPunct="1">
              <a:lnSpc>
                <a:spcPct val="90000"/>
              </a:lnSpc>
              <a:spcBef>
                <a:spcPts val="1000"/>
              </a:spcBef>
              <a:spcAft>
                <a:spcPts val="60"/>
              </a:spcAft>
              <a:buFont typeface="Arial" panose="020B0604020202020204" pitchFamily="34" charset="0"/>
              <a:buChar char="•"/>
              <a:defRPr sz="1600" kern="1200">
                <a:solidFill>
                  <a:schemeClr val="tx1"/>
                </a:solidFill>
                <a:latin typeface="Roboto" panose="02000000000000000000" pitchFamily="2" charset="0"/>
                <a:ea typeface="Roboto" panose="02000000000000000000" pitchFamily="2" charset="0"/>
                <a:cs typeface="+mn-cs"/>
              </a:defRPr>
            </a:lvl4pPr>
            <a:lvl5pPr marL="2057400" indent="-228600" algn="l" defTabSz="914400" rtl="0" eaLnBrk="1" latinLnBrk="0" hangingPunct="1">
              <a:lnSpc>
                <a:spcPct val="90000"/>
              </a:lnSpc>
              <a:spcBef>
                <a:spcPts val="1000"/>
              </a:spcBef>
              <a:spcAft>
                <a:spcPts val="60"/>
              </a:spcAft>
              <a:buFont typeface="Arial" panose="020B0604020202020204" pitchFamily="34" charset="0"/>
              <a:buChar char="•"/>
              <a:defRPr sz="1600" kern="1200">
                <a:solidFill>
                  <a:schemeClr val="tx1"/>
                </a:solidFill>
                <a:latin typeface="Roboto" panose="02000000000000000000" pitchFamily="2" charset="0"/>
                <a:ea typeface="Roboto" panose="02000000000000000000"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marR="0" indent="-285750" fontAlgn="auto">
              <a:lnSpc>
                <a:spcPct val="100000"/>
              </a:lnSpc>
              <a:spcBef>
                <a:spcPts val="0"/>
              </a:spcBef>
              <a:spcAft>
                <a:spcPts val="600"/>
              </a:spcAft>
              <a:buClrTx/>
              <a:buSzTx/>
              <a:tabLst/>
              <a:defRPr sz="1400" b="0">
                <a:solidFill>
                  <a:srgbClr val="5C6978"/>
                </a:solidFill>
              </a:defRPr>
            </a:pPr>
            <a:r>
              <a:rPr sz="1600">
                <a:solidFill>
                  <a:srgbClr val="00454D"/>
                </a:solidFill>
                <a:latin typeface="Roboto"/>
              </a:rPr>
              <a:t>Matchup table links demand and signal data to the correct intersections in the simulation network.</a:t>
            </a:r>
          </a:p>
          <a:p>
            <a:pPr marL="285750" marR="0" indent="-285750" fontAlgn="auto">
              <a:lnSpc>
                <a:spcPct val="100000"/>
              </a:lnSpc>
              <a:spcBef>
                <a:spcPts val="0"/>
              </a:spcBef>
              <a:spcAft>
                <a:spcPts val="600"/>
              </a:spcAft>
              <a:buClrTx/>
              <a:buSzTx/>
              <a:tabLst/>
              <a:defRPr sz="1400" b="0">
                <a:solidFill>
                  <a:srgbClr val="5C6978"/>
                </a:solidFill>
              </a:defRPr>
            </a:pPr>
            <a:r>
              <a:rPr sz="1600">
                <a:solidFill>
                  <a:srgbClr val="00454D"/>
                </a:solidFill>
                <a:latin typeface="Roboto"/>
              </a:rPr>
              <a:t>Both tables serve the same purpose and share the same layout -- one row per turning movement, columns A-N in the same order -- so they can be read side by side. On Chattanooga they agree on all 104 movements, 34 approaches and 10 junctions.</a:t>
            </a:r>
          </a:p>
          <a:p>
            <a:pPr marL="285750" marR="0" indent="-285750" fontAlgn="auto">
              <a:lnSpc>
                <a:spcPct val="100000"/>
              </a:lnSpc>
              <a:spcBef>
                <a:spcPts val="0"/>
              </a:spcBef>
              <a:spcAft>
                <a:spcPts val="600"/>
              </a:spcAft>
              <a:buClrTx/>
              <a:buSzTx/>
              <a:tabLst/>
              <a:defRPr sz="1400" b="0">
                <a:solidFill>
                  <a:srgbClr val="5C6978"/>
                </a:solidFill>
              </a:defRPr>
            </a:pPr>
            <a:r>
              <a:rPr sz="1600">
                <a:solidFill>
                  <a:srgbClr val="00454D"/>
                </a:solidFill>
                <a:latin typeface="Roboto"/>
              </a:rPr>
              <a:t>The differences are structural, not just how the data are accessed. SUMO's network file names junctions, connections and turn directions outright. Vissim has no junction object at all, renumbers every link on import, and spreads one movement across several internal links, so junctions have to be worked out again:</a:t>
            </a:r>
            <a:endParaRPr kumimoji="0" lang="en-US" sz="1600" b="0" i="0" u="none" strike="noStrike" kern="1200" cap="none" spc="0" normalizeH="0" baseline="0" noProof="0" dirty="0">
              <a:ln>
                <a:noFill/>
              </a:ln>
              <a:solidFill>
                <a:srgbClr val="00454D"/>
              </a:solidFill>
              <a:effectLst/>
              <a:uLnTx/>
              <a:uFillTx/>
              <a:latin typeface="Verdana" panose="020B0604030504040204" pitchFamily="34" charset="0"/>
              <a:ea typeface="Verdana" panose="020B0604030504040204" pitchFamily="34" charset="0"/>
              <a:cs typeface="Arial"/>
            </a:endParaRPr>
          </a:p>
          <a:p>
            <a:pPr lvl="1"/>
            <a:r>
              <a:rPr sz="1400">
                <a:solidFill>
                  <a:srgbClr val="00454D"/>
                </a:solidFill>
                <a:latin typeface="Roboto"/>
              </a:rPr>
              <a:t>Pair each Vissim link with its OpenDRIVE road by comparing three things: the Vissim link polyline against the OpenDRIVE road's planView geometry, the Vissim link length against the OpenDRIVE road length, and the lane count on each. Solved as a one-to-one assignment, since Vissim imports one Vissim link per drivable OpenDRIVE road.</a:t>
            </a:r>
          </a:p>
          <a:p>
            <a:pPr lvl="1"/>
            <a:r>
              <a:rPr sz="1400">
                <a:solidFill>
                  <a:srgbClr val="00454D"/>
                </a:solidFill>
                <a:latin typeface="Roboto"/>
              </a:rPr>
              <a:t>Read the junction id off the paired OpenDRIVE road: every &lt;road&gt; element carries a junction attribute holding the id of the junction it lies inside, or -1 when it does not. Grouping the Vissim links by that id gives each junction; the Vissim links feeding one from outside are its approaches, and the Vissim connectors through it give the turns.</a:t>
            </a:r>
          </a:p>
        </p:txBody>
      </p:sp>
    </p:spTree>
    <p:extLst>
      <p:ext uri="{BB962C8B-B14F-4D97-AF65-F5344CB8AC3E}">
        <p14:creationId xmlns:p14="http://schemas.microsoft.com/office/powerpoint/2010/main" val="10742455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8D6CF0-73EB-FD14-C66D-4A347E3C89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A203D5-CF4A-9493-A1B4-293EE9C31474}"/>
              </a:ext>
            </a:extLst>
          </p:cNvPr>
          <p:cNvSpPr>
            <a:spLocks noGrp="1"/>
          </p:cNvSpPr>
          <p:nvPr>
            <p:ph type="title"/>
          </p:nvPr>
        </p:nvSpPr>
        <p:spPr>
          <a:xfrm>
            <a:off x="314692" y="365125"/>
            <a:ext cx="11492432" cy="483961"/>
          </a:xfrm>
        </p:spPr>
        <p:txBody>
          <a:bodyPr/>
          <a:lstStyle/>
          <a:p>
            <a:r>
              <a:rPr lang="en-US"/>
              <a:t>Real-Twin Automation Workflow for Vissim vs SUMO</a:t>
            </a:r>
          </a:p>
        </p:txBody>
      </p:sp>
      <p:sp>
        <p:nvSpPr>
          <p:cNvPr id="7" name="TextBox 6">
            <a:extLst>
              <a:ext uri="{FF2B5EF4-FFF2-40B4-BE49-F238E27FC236}">
                <a16:creationId xmlns:a16="http://schemas.microsoft.com/office/drawing/2014/main" id="{2A9600E7-BB4F-B7F9-82DE-6851FA5AEC2D}"/>
              </a:ext>
            </a:extLst>
          </p:cNvPr>
          <p:cNvSpPr txBox="1"/>
          <p:nvPr/>
        </p:nvSpPr>
        <p:spPr>
          <a:xfrm>
            <a:off x="286089" y="993846"/>
            <a:ext cx="10452195" cy="369332"/>
          </a:xfrm>
          <a:prstGeom prst="rect">
            <a:avLst/>
          </a:prstGeom>
          <a:noFill/>
        </p:spPr>
        <p:txBody>
          <a:bodyPr wrap="square">
            <a:spAutoFit/>
          </a:bodyPr>
          <a:lstStyle/>
          <a:p>
            <a:pPr marR="0" lvl="0" algn="l" defTabSz="914400" rtl="0" eaLnBrk="1" fontAlgn="auto" latinLnBrk="0" hangingPunct="1">
              <a:lnSpc>
                <a:spcPct val="100000"/>
              </a:lnSpc>
              <a:spcBef>
                <a:spcPts val="0"/>
              </a:spcBef>
              <a:spcAft>
                <a:spcPts val="1200"/>
              </a:spcAft>
              <a:buClrTx/>
              <a:buSzTx/>
              <a:tabLst/>
              <a:defRPr/>
            </a:pPr>
            <a:r>
              <a:rPr kumimoji="0" lang="en-US" sz="1800" b="1" i="0" u="none" strike="noStrike" kern="1200" cap="none" spc="0" normalizeH="0" baseline="0" noProof="0">
                <a:ln>
                  <a:noFill/>
                </a:ln>
                <a:solidFill>
                  <a:srgbClr val="00454D"/>
                </a:solidFill>
                <a:effectLst/>
                <a:uLnTx/>
                <a:uFillTx/>
                <a:latin typeface="Roboto"/>
                <a:ea typeface="+mn-ea"/>
                <a:cs typeface="+mn-cs"/>
              </a:rPr>
              <a:t>Step 3 Demand Import</a:t>
            </a:r>
          </a:p>
        </p:txBody>
      </p:sp>
      <p:pic>
        <p:nvPicPr>
          <p:cNvPr id="4" name="Picture 3">
            <a:extLst>
              <a:ext uri="{FF2B5EF4-FFF2-40B4-BE49-F238E27FC236}">
                <a16:creationId xmlns:a16="http://schemas.microsoft.com/office/drawing/2014/main" id="{C7B63510-9E29-D94E-7760-93B53C197F47}"/>
              </a:ext>
            </a:extLst>
          </p:cNvPr>
          <p:cNvPicPr>
            <a:picLocks noChangeAspect="1"/>
          </p:cNvPicPr>
          <p:nvPr/>
        </p:nvPicPr>
        <p:blipFill>
          <a:blip r:embed="rId3"/>
          <a:stretch>
            <a:fillRect/>
          </a:stretch>
        </p:blipFill>
        <p:spPr>
          <a:xfrm>
            <a:off x="980404" y="2032486"/>
            <a:ext cx="2343477" cy="1952898"/>
          </a:xfrm>
          <a:prstGeom prst="rect">
            <a:avLst/>
          </a:prstGeom>
        </p:spPr>
      </p:pic>
      <p:sp>
        <p:nvSpPr>
          <p:cNvPr id="6" name="Rectangle 5">
            <a:extLst>
              <a:ext uri="{FF2B5EF4-FFF2-40B4-BE49-F238E27FC236}">
                <a16:creationId xmlns:a16="http://schemas.microsoft.com/office/drawing/2014/main" id="{58704E50-B596-DD75-D43E-EBEA5CA53D5A}"/>
              </a:ext>
            </a:extLst>
          </p:cNvPr>
          <p:cNvSpPr/>
          <p:nvPr/>
        </p:nvSpPr>
        <p:spPr>
          <a:xfrm>
            <a:off x="738024" y="1592039"/>
            <a:ext cx="3099137" cy="4114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sz="1400" b="0">
                <a:solidFill>
                  <a:srgbClr val="5C6978"/>
                </a:solidFill>
              </a:defRPr>
            </a:pPr>
            <a:r>
              <a:rPr kumimoji="0" lang="en-US" sz="1400" b="1" i="0" u="none" strike="noStrike" kern="1200" cap="none" spc="0" normalizeH="0" baseline="0" noProof="0">
                <a:ln>
                  <a:noFill/>
                </a:ln>
                <a:solidFill>
                  <a:srgbClr val="374759"/>
                </a:solidFill>
                <a:effectLst/>
                <a:uLnTx/>
                <a:uFillTx/>
                <a:latin typeface="Roboto"/>
                <a:ea typeface="+mn-ea"/>
                <a:cs typeface="+mn-cs"/>
              </a:rPr>
              <a:t>Field traffic counts</a:t>
            </a:r>
            <a:endParaRPr kumimoji="0" sz="1400" b="1" i="0" u="none" strike="noStrike" kern="1200" cap="none" spc="0" normalizeH="0" baseline="0" noProof="0">
              <a:ln>
                <a:noFill/>
              </a:ln>
              <a:solidFill>
                <a:srgbClr val="374759"/>
              </a:solidFill>
              <a:effectLst/>
              <a:uLnTx/>
              <a:uFillTx/>
              <a:latin typeface="Roboto"/>
              <a:ea typeface="+mn-ea"/>
              <a:cs typeface="+mn-cs"/>
            </a:endParaRPr>
          </a:p>
        </p:txBody>
      </p:sp>
      <p:cxnSp>
        <p:nvCxnSpPr>
          <p:cNvPr id="8" name="Straight Arrow Connector 7">
            <a:extLst>
              <a:ext uri="{FF2B5EF4-FFF2-40B4-BE49-F238E27FC236}">
                <a16:creationId xmlns:a16="http://schemas.microsoft.com/office/drawing/2014/main" id="{282D7BA3-7F51-FD84-958A-9D536F55FA88}"/>
              </a:ext>
            </a:extLst>
          </p:cNvPr>
          <p:cNvCxnSpPr>
            <a:cxnSpLocks/>
          </p:cNvCxnSpPr>
          <p:nvPr/>
        </p:nvCxnSpPr>
        <p:spPr>
          <a:xfrm>
            <a:off x="4920724" y="1218612"/>
            <a:ext cx="642796"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BE27CBA4-A950-57D1-F6F9-6E0E0F6A231D}"/>
              </a:ext>
            </a:extLst>
          </p:cNvPr>
          <p:cNvCxnSpPr>
            <a:cxnSpLocks/>
          </p:cNvCxnSpPr>
          <p:nvPr/>
        </p:nvCxnSpPr>
        <p:spPr>
          <a:xfrm flipV="1">
            <a:off x="3997271" y="1625549"/>
            <a:ext cx="0" cy="2729682"/>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8F83C02F-10DF-2BCD-9F92-3F095591DA0F}"/>
              </a:ext>
            </a:extLst>
          </p:cNvPr>
          <p:cNvCxnSpPr>
            <a:cxnSpLocks/>
          </p:cNvCxnSpPr>
          <p:nvPr/>
        </p:nvCxnSpPr>
        <p:spPr>
          <a:xfrm>
            <a:off x="3517291" y="2971388"/>
            <a:ext cx="479980"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CEF526CE-58A6-8893-A288-BA404911345A}"/>
              </a:ext>
            </a:extLst>
          </p:cNvPr>
          <p:cNvCxnSpPr>
            <a:cxnSpLocks/>
          </p:cNvCxnSpPr>
          <p:nvPr/>
        </p:nvCxnSpPr>
        <p:spPr>
          <a:xfrm>
            <a:off x="3988218" y="1613197"/>
            <a:ext cx="932506"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83449129-308C-65F0-1F7E-5F3BEEE766EE}"/>
              </a:ext>
            </a:extLst>
          </p:cNvPr>
          <p:cNvCxnSpPr>
            <a:cxnSpLocks/>
          </p:cNvCxnSpPr>
          <p:nvPr/>
        </p:nvCxnSpPr>
        <p:spPr>
          <a:xfrm flipV="1">
            <a:off x="4920724" y="1218612"/>
            <a:ext cx="0" cy="813874"/>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A292EB01-4305-E86A-5CF7-98284CE0148E}"/>
              </a:ext>
            </a:extLst>
          </p:cNvPr>
          <p:cNvCxnSpPr>
            <a:cxnSpLocks/>
          </p:cNvCxnSpPr>
          <p:nvPr/>
        </p:nvCxnSpPr>
        <p:spPr>
          <a:xfrm>
            <a:off x="4920724" y="2003519"/>
            <a:ext cx="642796"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22" name="Rectangle 21">
            <a:extLst>
              <a:ext uri="{FF2B5EF4-FFF2-40B4-BE49-F238E27FC236}">
                <a16:creationId xmlns:a16="http://schemas.microsoft.com/office/drawing/2014/main" id="{FEF10BBE-9CD4-7198-8027-3E375E79D1FB}"/>
              </a:ext>
            </a:extLst>
          </p:cNvPr>
          <p:cNvSpPr/>
          <p:nvPr/>
        </p:nvSpPr>
        <p:spPr>
          <a:xfrm>
            <a:off x="5165167" y="993846"/>
            <a:ext cx="3099137" cy="4114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sz="1400" b="0">
                <a:solidFill>
                  <a:srgbClr val="5C6978"/>
                </a:solidFill>
              </a:defRPr>
            </a:pPr>
            <a:r>
              <a:rPr kumimoji="0" lang="en-US" sz="1400" b="1" i="0" u="none" strike="noStrike" kern="1200" cap="none" spc="0" normalizeH="0" baseline="0" noProof="0">
                <a:ln>
                  <a:noFill/>
                </a:ln>
                <a:solidFill>
                  <a:srgbClr val="374759"/>
                </a:solidFill>
                <a:effectLst/>
                <a:uLnTx/>
                <a:uFillTx/>
                <a:latin typeface="Roboto"/>
                <a:ea typeface="+mn-ea"/>
                <a:cs typeface="+mn-cs"/>
              </a:rPr>
              <a:t>SUMO flow file (‘.flow.xml’)</a:t>
            </a:r>
            <a:endParaRPr kumimoji="0" sz="1400" b="1" i="0" u="none" strike="noStrike" kern="1200" cap="none" spc="0" normalizeH="0" baseline="0" noProof="0">
              <a:ln>
                <a:noFill/>
              </a:ln>
              <a:solidFill>
                <a:srgbClr val="374759"/>
              </a:solidFill>
              <a:effectLst/>
              <a:uLnTx/>
              <a:uFillTx/>
              <a:latin typeface="Roboto"/>
              <a:ea typeface="+mn-ea"/>
              <a:cs typeface="+mn-cs"/>
            </a:endParaRPr>
          </a:p>
        </p:txBody>
      </p:sp>
      <p:sp>
        <p:nvSpPr>
          <p:cNvPr id="24" name="Rectangle 23">
            <a:extLst>
              <a:ext uri="{FF2B5EF4-FFF2-40B4-BE49-F238E27FC236}">
                <a16:creationId xmlns:a16="http://schemas.microsoft.com/office/drawing/2014/main" id="{F900544F-69A1-E266-50B7-E3D3E7CC7145}"/>
              </a:ext>
            </a:extLst>
          </p:cNvPr>
          <p:cNvSpPr/>
          <p:nvPr/>
        </p:nvSpPr>
        <p:spPr>
          <a:xfrm>
            <a:off x="5165167" y="1797779"/>
            <a:ext cx="3099137" cy="4114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sz="1400" b="0">
                <a:solidFill>
                  <a:srgbClr val="5C6978"/>
                </a:solidFill>
              </a:defRPr>
            </a:pPr>
            <a:r>
              <a:rPr kumimoji="0" lang="en-US" sz="1400" b="1" i="0" u="none" strike="noStrike" kern="1200" cap="none" spc="0" normalizeH="0" baseline="0" noProof="0">
                <a:ln>
                  <a:noFill/>
                </a:ln>
                <a:solidFill>
                  <a:srgbClr val="374759"/>
                </a:solidFill>
                <a:effectLst/>
                <a:uLnTx/>
                <a:uFillTx/>
                <a:latin typeface="Roboto"/>
                <a:ea typeface="+mn-ea"/>
                <a:cs typeface="+mn-cs"/>
              </a:rPr>
              <a:t>SUMO turn file (‘.turn.xml’)</a:t>
            </a:r>
            <a:endParaRPr kumimoji="0" sz="1400" b="1" i="0" u="none" strike="noStrike" kern="1200" cap="none" spc="0" normalizeH="0" baseline="0" noProof="0">
              <a:ln>
                <a:noFill/>
              </a:ln>
              <a:solidFill>
                <a:srgbClr val="374759"/>
              </a:solidFill>
              <a:effectLst/>
              <a:uLnTx/>
              <a:uFillTx/>
              <a:latin typeface="Roboto"/>
              <a:ea typeface="+mn-ea"/>
              <a:cs typeface="+mn-cs"/>
            </a:endParaRPr>
          </a:p>
        </p:txBody>
      </p:sp>
      <p:cxnSp>
        <p:nvCxnSpPr>
          <p:cNvPr id="25" name="Straight Connector 24">
            <a:extLst>
              <a:ext uri="{FF2B5EF4-FFF2-40B4-BE49-F238E27FC236}">
                <a16:creationId xmlns:a16="http://schemas.microsoft.com/office/drawing/2014/main" id="{BB6495FE-B639-779A-A9AE-026624505D7E}"/>
              </a:ext>
            </a:extLst>
          </p:cNvPr>
          <p:cNvCxnSpPr>
            <a:cxnSpLocks/>
          </p:cNvCxnSpPr>
          <p:nvPr/>
        </p:nvCxnSpPr>
        <p:spPr>
          <a:xfrm flipV="1">
            <a:off x="8332372" y="1195707"/>
            <a:ext cx="0" cy="836779"/>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673A9C97-63C6-4468-6529-59D71BB90825}"/>
              </a:ext>
            </a:extLst>
          </p:cNvPr>
          <p:cNvCxnSpPr>
            <a:cxnSpLocks/>
          </p:cNvCxnSpPr>
          <p:nvPr/>
        </p:nvCxnSpPr>
        <p:spPr>
          <a:xfrm>
            <a:off x="7852392" y="1196287"/>
            <a:ext cx="479980"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FCBEBFED-025D-056F-448E-BACB0E891904}"/>
              </a:ext>
            </a:extLst>
          </p:cNvPr>
          <p:cNvCxnSpPr>
            <a:cxnSpLocks/>
          </p:cNvCxnSpPr>
          <p:nvPr/>
        </p:nvCxnSpPr>
        <p:spPr>
          <a:xfrm>
            <a:off x="7852392" y="2032486"/>
            <a:ext cx="479980"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7F244FE8-D3AC-5841-F377-00959C80763A}"/>
              </a:ext>
            </a:extLst>
          </p:cNvPr>
          <p:cNvCxnSpPr>
            <a:cxnSpLocks/>
          </p:cNvCxnSpPr>
          <p:nvPr/>
        </p:nvCxnSpPr>
        <p:spPr>
          <a:xfrm>
            <a:off x="8332372" y="1625549"/>
            <a:ext cx="1151298"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33" name="Rectangle 32">
            <a:extLst>
              <a:ext uri="{FF2B5EF4-FFF2-40B4-BE49-F238E27FC236}">
                <a16:creationId xmlns:a16="http://schemas.microsoft.com/office/drawing/2014/main" id="{A6F4D54C-49C1-771C-886C-F34ADF18E31D}"/>
              </a:ext>
            </a:extLst>
          </p:cNvPr>
          <p:cNvSpPr/>
          <p:nvPr/>
        </p:nvSpPr>
        <p:spPr>
          <a:xfrm>
            <a:off x="9092863" y="1417501"/>
            <a:ext cx="3099137" cy="4114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sz="1400" b="0">
                <a:solidFill>
                  <a:srgbClr val="5C6978"/>
                </a:solidFill>
              </a:defRPr>
            </a:pPr>
            <a:r>
              <a:rPr kumimoji="0" lang="en-US" sz="1400" b="1" i="0" u="none" strike="noStrike" kern="1200" cap="none" spc="0" normalizeH="0" baseline="0" noProof="0">
                <a:ln>
                  <a:noFill/>
                </a:ln>
                <a:solidFill>
                  <a:srgbClr val="374759"/>
                </a:solidFill>
                <a:effectLst/>
                <a:uLnTx/>
                <a:uFillTx/>
                <a:latin typeface="Roboto"/>
                <a:ea typeface="+mn-ea"/>
                <a:cs typeface="+mn-cs"/>
              </a:rPr>
              <a:t>SUMO route file (‘.rou.xml’)</a:t>
            </a:r>
            <a:endParaRPr kumimoji="0" sz="1400" b="1" i="0" u="none" strike="noStrike" kern="1200" cap="none" spc="0" normalizeH="0" baseline="0" noProof="0">
              <a:ln>
                <a:noFill/>
              </a:ln>
              <a:solidFill>
                <a:srgbClr val="374759"/>
              </a:solidFill>
              <a:effectLst/>
              <a:uLnTx/>
              <a:uFillTx/>
              <a:latin typeface="Roboto"/>
              <a:ea typeface="+mn-ea"/>
              <a:cs typeface="+mn-cs"/>
            </a:endParaRPr>
          </a:p>
        </p:txBody>
      </p:sp>
      <p:cxnSp>
        <p:nvCxnSpPr>
          <p:cNvPr id="34" name="Straight Arrow Connector 33">
            <a:extLst>
              <a:ext uri="{FF2B5EF4-FFF2-40B4-BE49-F238E27FC236}">
                <a16:creationId xmlns:a16="http://schemas.microsoft.com/office/drawing/2014/main" id="{F28DB87D-714C-B53F-CB7E-E4EEEEF9A6A2}"/>
              </a:ext>
            </a:extLst>
          </p:cNvPr>
          <p:cNvCxnSpPr>
            <a:cxnSpLocks/>
          </p:cNvCxnSpPr>
          <p:nvPr/>
        </p:nvCxnSpPr>
        <p:spPr>
          <a:xfrm>
            <a:off x="3988218" y="4355231"/>
            <a:ext cx="3266946" cy="12666"/>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pic>
        <p:nvPicPr>
          <p:cNvPr id="37" name="Picture 36">
            <a:extLst>
              <a:ext uri="{FF2B5EF4-FFF2-40B4-BE49-F238E27FC236}">
                <a16:creationId xmlns:a16="http://schemas.microsoft.com/office/drawing/2014/main" id="{DCABCEFD-AB64-9804-9197-C2CB1067A3AA}"/>
              </a:ext>
            </a:extLst>
          </p:cNvPr>
          <p:cNvPicPr>
            <a:picLocks noChangeAspect="1"/>
          </p:cNvPicPr>
          <p:nvPr/>
        </p:nvPicPr>
        <p:blipFill>
          <a:blip r:embed="rId4"/>
          <a:stretch>
            <a:fillRect/>
          </a:stretch>
        </p:blipFill>
        <p:spPr>
          <a:xfrm>
            <a:off x="7255164" y="2953868"/>
            <a:ext cx="4214828" cy="2643285"/>
          </a:xfrm>
          <a:prstGeom prst="rect">
            <a:avLst/>
          </a:prstGeom>
        </p:spPr>
      </p:pic>
      <p:sp>
        <p:nvSpPr>
          <p:cNvPr id="39" name="Rectangle 38">
            <a:extLst>
              <a:ext uri="{FF2B5EF4-FFF2-40B4-BE49-F238E27FC236}">
                <a16:creationId xmlns:a16="http://schemas.microsoft.com/office/drawing/2014/main" id="{D27D1480-46CF-0727-9789-A895536C1EB3}"/>
              </a:ext>
            </a:extLst>
          </p:cNvPr>
          <p:cNvSpPr/>
          <p:nvPr/>
        </p:nvSpPr>
        <p:spPr>
          <a:xfrm>
            <a:off x="7813009" y="5637458"/>
            <a:ext cx="3099137" cy="4114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sz="1400" b="0">
                <a:solidFill>
                  <a:srgbClr val="5C6978"/>
                </a:solidFill>
              </a:defRPr>
            </a:pPr>
            <a:r>
              <a:rPr lang="en-US" sz="1400" b="1">
                <a:solidFill>
                  <a:srgbClr val="374759"/>
                </a:solidFill>
                <a:latin typeface="Roboto"/>
              </a:rPr>
              <a:t>Vissim vehicle inputs
and routing decisions</a:t>
            </a:r>
            <a:endParaRPr kumimoji="0" sz="1400" b="1" i="0" u="none" strike="noStrike" kern="1200" cap="none" spc="0" normalizeH="0" baseline="0" noProof="0">
              <a:ln>
                <a:noFill/>
              </a:ln>
              <a:solidFill>
                <a:srgbClr val="374759"/>
              </a:solidFill>
              <a:effectLst/>
              <a:uLnTx/>
              <a:uFillTx/>
              <a:latin typeface="Roboto"/>
              <a:ea typeface="+mn-ea"/>
              <a:cs typeface="+mn-cs"/>
            </a:endParaRPr>
          </a:p>
        </p:txBody>
      </p:sp>
      <p:sp>
        <p:nvSpPr>
          <p:cNvPr id="41" name="Rectangle 40">
            <a:extLst>
              <a:ext uri="{FF2B5EF4-FFF2-40B4-BE49-F238E27FC236}">
                <a16:creationId xmlns:a16="http://schemas.microsoft.com/office/drawing/2014/main" id="{FDF7335B-5A83-71A9-6909-C1D193CCA6C2}"/>
              </a:ext>
            </a:extLst>
          </p:cNvPr>
          <p:cNvSpPr/>
          <p:nvPr/>
        </p:nvSpPr>
        <p:spPr>
          <a:xfrm>
            <a:off x="2855108" y="1210165"/>
            <a:ext cx="3099137" cy="4114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ctr" defTabSz="914400" rtl="0" eaLnBrk="1" fontAlgn="auto" latinLnBrk="0" hangingPunct="1">
              <a:lnSpc>
                <a:spcPct val="170000"/>
              </a:lnSpc>
              <a:spcBef>
                <a:spcPts val="0"/>
              </a:spcBef>
              <a:spcAft>
                <a:spcPts val="0"/>
              </a:spcAft>
              <a:buClrTx/>
              <a:buSzTx/>
              <a:buFontTx/>
              <a:buNone/>
              <a:tabLst/>
              <a:defRPr sz="1400" b="0">
                <a:solidFill>
                  <a:srgbClr val="5C6978"/>
                </a:solidFill>
              </a:defRPr>
            </a:pPr>
            <a:r>
              <a:rPr lang="en-US" sz="1400" b="1">
                <a:solidFill>
                  <a:schemeClr val="accent6">
                    <a:lumMod val="75000"/>
                  </a:schemeClr>
                </a:solidFill>
                <a:latin typeface="Roboto"/>
              </a:rPr>
              <a:t>Real-Twin</a:t>
            </a:r>
            <a:endParaRPr kumimoji="0" sz="1400" b="1" u="none" strike="noStrike" kern="1200" cap="none" spc="0" normalizeH="0" baseline="0" noProof="0">
              <a:ln>
                <a:noFill/>
              </a:ln>
              <a:solidFill>
                <a:schemeClr val="accent6">
                  <a:lumMod val="75000"/>
                </a:schemeClr>
              </a:solidFill>
              <a:effectLst/>
              <a:uLnTx/>
              <a:uFillTx/>
              <a:latin typeface="Roboto"/>
              <a:ea typeface="+mn-ea"/>
              <a:cs typeface="+mn-cs"/>
            </a:endParaRPr>
          </a:p>
        </p:txBody>
      </p:sp>
      <p:sp>
        <p:nvSpPr>
          <p:cNvPr id="45" name="Rectangle 44">
            <a:extLst>
              <a:ext uri="{FF2B5EF4-FFF2-40B4-BE49-F238E27FC236}">
                <a16:creationId xmlns:a16="http://schemas.microsoft.com/office/drawing/2014/main" id="{14FEA9C5-F16A-7558-3EF3-765BBE398E41}"/>
              </a:ext>
            </a:extLst>
          </p:cNvPr>
          <p:cNvSpPr/>
          <p:nvPr/>
        </p:nvSpPr>
        <p:spPr>
          <a:xfrm>
            <a:off x="3962617" y="3947416"/>
            <a:ext cx="3099137" cy="4114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ctr" defTabSz="914400" rtl="0" eaLnBrk="1" fontAlgn="auto" latinLnBrk="0" hangingPunct="1">
              <a:lnSpc>
                <a:spcPct val="170000"/>
              </a:lnSpc>
              <a:spcBef>
                <a:spcPts val="0"/>
              </a:spcBef>
              <a:spcAft>
                <a:spcPts val="0"/>
              </a:spcAft>
              <a:buClrTx/>
              <a:buSzTx/>
              <a:buFontTx/>
              <a:buNone/>
              <a:tabLst/>
              <a:defRPr sz="1400" b="0">
                <a:solidFill>
                  <a:srgbClr val="5C6978"/>
                </a:solidFill>
              </a:defRPr>
            </a:pPr>
            <a:r>
              <a:rPr lang="en-US" sz="1400" b="1">
                <a:solidFill>
                  <a:schemeClr val="accent6">
                    <a:lumMod val="75000"/>
                  </a:schemeClr>
                </a:solidFill>
                <a:latin typeface="Roboto"/>
              </a:rPr>
              <a:t>Real-Twin</a:t>
            </a:r>
            <a:endParaRPr kumimoji="0" sz="1400" b="1" u="none" strike="noStrike" kern="1200" cap="none" spc="0" normalizeH="0" baseline="0" noProof="0">
              <a:ln>
                <a:noFill/>
              </a:ln>
              <a:solidFill>
                <a:schemeClr val="accent6">
                  <a:lumMod val="75000"/>
                </a:schemeClr>
              </a:solidFill>
              <a:effectLst/>
              <a:uLnTx/>
              <a:uFillTx/>
              <a:latin typeface="Roboto"/>
              <a:ea typeface="+mn-ea"/>
              <a:cs typeface="+mn-cs"/>
            </a:endParaRPr>
          </a:p>
        </p:txBody>
      </p:sp>
      <p:sp>
        <p:nvSpPr>
          <p:cNvPr id="47" name="Rectangle 46">
            <a:extLst>
              <a:ext uri="{FF2B5EF4-FFF2-40B4-BE49-F238E27FC236}">
                <a16:creationId xmlns:a16="http://schemas.microsoft.com/office/drawing/2014/main" id="{6D347125-7504-F040-F4DF-5E940D2E4D6A}"/>
              </a:ext>
            </a:extLst>
          </p:cNvPr>
          <p:cNvSpPr/>
          <p:nvPr/>
        </p:nvSpPr>
        <p:spPr>
          <a:xfrm>
            <a:off x="7358452" y="1350633"/>
            <a:ext cx="3099137" cy="4114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ctr" defTabSz="914400" rtl="0" eaLnBrk="1" fontAlgn="auto" latinLnBrk="0" hangingPunct="1">
              <a:lnSpc>
                <a:spcPct val="170000"/>
              </a:lnSpc>
              <a:spcBef>
                <a:spcPts val="0"/>
              </a:spcBef>
              <a:spcAft>
                <a:spcPts val="0"/>
              </a:spcAft>
              <a:buClrTx/>
              <a:buSzTx/>
              <a:buFontTx/>
              <a:buNone/>
              <a:tabLst/>
              <a:defRPr sz="1400" b="0">
                <a:solidFill>
                  <a:srgbClr val="5C6978"/>
                </a:solidFill>
              </a:defRPr>
            </a:pPr>
            <a:r>
              <a:rPr kumimoji="0" lang="en-US" sz="1400" b="1" i="0" u="none" strike="noStrike" kern="1200" cap="none" spc="0" normalizeH="0" baseline="0" noProof="0">
                <a:ln>
                  <a:noFill/>
                </a:ln>
                <a:solidFill>
                  <a:schemeClr val="accent6">
                    <a:lumMod val="75000"/>
                  </a:schemeClr>
                </a:solidFill>
                <a:effectLst/>
                <a:uLnTx/>
                <a:uFillTx/>
                <a:latin typeface="Roboto"/>
                <a:ea typeface="+mn-ea"/>
                <a:cs typeface="+mn-cs"/>
              </a:rPr>
              <a:t>SUMO’s</a:t>
            </a:r>
          </a:p>
          <a:p>
            <a:pPr marL="0" marR="0" lvl="0" indent="0" algn="ctr" defTabSz="914400" rtl="0" eaLnBrk="1" fontAlgn="auto" latinLnBrk="0" hangingPunct="1">
              <a:lnSpc>
                <a:spcPct val="170000"/>
              </a:lnSpc>
              <a:spcBef>
                <a:spcPts val="0"/>
              </a:spcBef>
              <a:spcAft>
                <a:spcPts val="0"/>
              </a:spcAft>
              <a:buClrTx/>
              <a:buSzTx/>
              <a:buFontTx/>
              <a:buNone/>
              <a:tabLst/>
              <a:defRPr sz="1400" b="0">
                <a:solidFill>
                  <a:srgbClr val="5C6978"/>
                </a:solidFill>
              </a:defRPr>
            </a:pPr>
            <a:r>
              <a:rPr kumimoji="0" lang="en-US" sz="1400" b="1" i="1" u="none" strike="noStrike" kern="1200" cap="none" spc="0" normalizeH="0" baseline="0" noProof="0" err="1">
                <a:ln>
                  <a:noFill/>
                </a:ln>
                <a:solidFill>
                  <a:schemeClr val="accent6">
                    <a:lumMod val="75000"/>
                  </a:schemeClr>
                </a:solidFill>
                <a:effectLst/>
                <a:uLnTx/>
                <a:uFillTx/>
                <a:latin typeface="Roboto"/>
                <a:ea typeface="+mn-ea"/>
                <a:cs typeface="+mn-cs"/>
              </a:rPr>
              <a:t>jtrrouter</a:t>
            </a:r>
            <a:endParaRPr kumimoji="0" sz="1400" b="1" i="1" u="none" strike="noStrike" kern="1200" cap="none" spc="0" normalizeH="0" baseline="0" noProof="0">
              <a:ln>
                <a:noFill/>
              </a:ln>
              <a:solidFill>
                <a:schemeClr val="accent6">
                  <a:lumMod val="75000"/>
                </a:schemeClr>
              </a:solidFill>
              <a:effectLst/>
              <a:uLnTx/>
              <a:uFillTx/>
              <a:latin typeface="Roboto"/>
              <a:ea typeface="+mn-ea"/>
              <a:cs typeface="+mn-cs"/>
            </a:endParaRPr>
          </a:p>
        </p:txBody>
      </p:sp>
      <p:sp>
        <p:nvSpPr>
          <p:cNvPr id="49" name="Content Placeholder 2">
            <a:extLst>
              <a:ext uri="{FF2B5EF4-FFF2-40B4-BE49-F238E27FC236}">
                <a16:creationId xmlns:a16="http://schemas.microsoft.com/office/drawing/2014/main" id="{1A2F2108-B350-F6C3-3CA0-98BABEEB0DF6}"/>
              </a:ext>
            </a:extLst>
          </p:cNvPr>
          <p:cNvSpPr txBox="1">
            <a:spLocks/>
          </p:cNvSpPr>
          <p:nvPr/>
        </p:nvSpPr>
        <p:spPr>
          <a:xfrm>
            <a:off x="345119" y="4607972"/>
            <a:ext cx="6181544" cy="1263375"/>
          </a:xfrm>
          <a:prstGeom prst="rect">
            <a:avLst/>
          </a:prstGeom>
        </p:spPr>
        <p:txBody>
          <a:bodyPr/>
          <a:lstStyle>
            <a:lvl1pPr marL="228600" indent="-228600" algn="l" defTabSz="914400" rtl="0" eaLnBrk="1" latinLnBrk="0" hangingPunct="1">
              <a:lnSpc>
                <a:spcPct val="90000"/>
              </a:lnSpc>
              <a:spcBef>
                <a:spcPts val="1000"/>
              </a:spcBef>
              <a:spcAft>
                <a:spcPts val="60"/>
              </a:spcAft>
              <a:buFont typeface="Arial" panose="020B0604020202020204" pitchFamily="34" charset="0"/>
              <a:buChar char="•"/>
              <a:defRPr sz="2200" kern="1200">
                <a:solidFill>
                  <a:schemeClr val="tx1"/>
                </a:solidFill>
                <a:latin typeface="Roboto" panose="02000000000000000000" pitchFamily="2" charset="0"/>
                <a:ea typeface="Roboto" panose="02000000000000000000" pitchFamily="2" charset="0"/>
                <a:cs typeface="+mn-cs"/>
              </a:defRPr>
            </a:lvl1pPr>
            <a:lvl2pPr marL="685800" indent="-228600" algn="l" defTabSz="914400" rtl="0" eaLnBrk="1" latinLnBrk="0" hangingPunct="1">
              <a:lnSpc>
                <a:spcPct val="90000"/>
              </a:lnSpc>
              <a:spcBef>
                <a:spcPts val="1000"/>
              </a:spcBef>
              <a:spcAft>
                <a:spcPts val="60"/>
              </a:spcAft>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mn-cs"/>
              </a:defRPr>
            </a:lvl2pPr>
            <a:lvl3pPr marL="1143000" indent="-228600" algn="l" defTabSz="914400" rtl="0" eaLnBrk="1" latinLnBrk="0" hangingPunct="1">
              <a:lnSpc>
                <a:spcPct val="90000"/>
              </a:lnSpc>
              <a:spcBef>
                <a:spcPts val="1000"/>
              </a:spcBef>
              <a:spcAft>
                <a:spcPts val="60"/>
              </a:spcAft>
              <a:buFont typeface="Arial" panose="020B0604020202020204" pitchFamily="34" charset="0"/>
              <a:buChar char="•"/>
              <a:defRPr sz="1600" kern="1200">
                <a:solidFill>
                  <a:schemeClr val="tx1"/>
                </a:solidFill>
                <a:latin typeface="Roboto" panose="02000000000000000000" pitchFamily="2" charset="0"/>
                <a:ea typeface="Roboto" panose="02000000000000000000" pitchFamily="2" charset="0"/>
                <a:cs typeface="+mn-cs"/>
              </a:defRPr>
            </a:lvl3pPr>
            <a:lvl4pPr marL="1600200" indent="-228600" algn="l" defTabSz="914400" rtl="0" eaLnBrk="1" latinLnBrk="0" hangingPunct="1">
              <a:lnSpc>
                <a:spcPct val="90000"/>
              </a:lnSpc>
              <a:spcBef>
                <a:spcPts val="1000"/>
              </a:spcBef>
              <a:spcAft>
                <a:spcPts val="60"/>
              </a:spcAft>
              <a:buFont typeface="Arial" panose="020B0604020202020204" pitchFamily="34" charset="0"/>
              <a:buChar char="•"/>
              <a:defRPr sz="1600" kern="1200">
                <a:solidFill>
                  <a:schemeClr val="tx1"/>
                </a:solidFill>
                <a:latin typeface="Roboto" panose="02000000000000000000" pitchFamily="2" charset="0"/>
                <a:ea typeface="Roboto" panose="02000000000000000000" pitchFamily="2" charset="0"/>
                <a:cs typeface="+mn-cs"/>
              </a:defRPr>
            </a:lvl4pPr>
            <a:lvl5pPr marL="2057400" indent="-228600" algn="l" defTabSz="914400" rtl="0" eaLnBrk="1" latinLnBrk="0" hangingPunct="1">
              <a:lnSpc>
                <a:spcPct val="90000"/>
              </a:lnSpc>
              <a:spcBef>
                <a:spcPts val="1000"/>
              </a:spcBef>
              <a:spcAft>
                <a:spcPts val="60"/>
              </a:spcAft>
              <a:buFont typeface="Arial" panose="020B0604020202020204" pitchFamily="34" charset="0"/>
              <a:buChar char="•"/>
              <a:defRPr sz="1600" kern="1200">
                <a:solidFill>
                  <a:schemeClr val="tx1"/>
                </a:solidFill>
                <a:latin typeface="Roboto" panose="02000000000000000000" pitchFamily="2" charset="0"/>
                <a:ea typeface="Roboto" panose="02000000000000000000"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marR="0" lvl="0" indent="-285750" fontAlgn="auto">
              <a:lnSpc>
                <a:spcPct val="100000"/>
              </a:lnSpc>
              <a:spcBef>
                <a:spcPts val="0"/>
              </a:spcBef>
              <a:spcAft>
                <a:spcPts val="600"/>
              </a:spcAft>
              <a:buClrTx/>
              <a:buSzTx/>
              <a:tabLst/>
              <a:defRPr sz="1400" b="0">
                <a:solidFill>
                  <a:srgbClr val="5C6978"/>
                </a:solidFill>
              </a:defRPr>
            </a:pPr>
            <a:r>
              <a:rPr lang="en-US" sz="1600">
                <a:solidFill>
                  <a:srgbClr val="00454D"/>
                </a:solidFill>
                <a:latin typeface="Roboto"/>
                <a:ea typeface="+mn-ea"/>
              </a:rPr>
              <a:t>For SUMO, Real-Twin converts turning movement counts into flow and turn files, then uses SUMO’s </a:t>
            </a:r>
            <a:r>
              <a:rPr lang="en-US" sz="1600" i="1" err="1">
                <a:solidFill>
                  <a:srgbClr val="00454D"/>
                </a:solidFill>
                <a:latin typeface="Roboto"/>
                <a:ea typeface="+mn-ea"/>
              </a:rPr>
              <a:t>jtrrouter</a:t>
            </a:r>
            <a:r>
              <a:rPr lang="en-US" sz="1600">
                <a:solidFill>
                  <a:srgbClr val="00454D"/>
                </a:solidFill>
                <a:latin typeface="Roboto"/>
                <a:ea typeface="+mn-ea"/>
              </a:rPr>
              <a:t> to generate the final demand file (.rou.xml). </a:t>
            </a:r>
          </a:p>
          <a:p>
            <a:pPr marL="285750" marR="0" lvl="0" indent="-285750" fontAlgn="auto">
              <a:lnSpc>
                <a:spcPct val="100000"/>
              </a:lnSpc>
              <a:spcBef>
                <a:spcPts val="0"/>
              </a:spcBef>
              <a:spcAft>
                <a:spcPts val="600"/>
              </a:spcAft>
              <a:buClrTx/>
              <a:buSzTx/>
              <a:tabLst/>
              <a:defRPr sz="1400" b="0">
                <a:solidFill>
                  <a:srgbClr val="5C6978"/>
                </a:solidFill>
              </a:defRPr>
            </a:pPr>
            <a:r>
              <a:rPr lang="en-US" sz="1600">
                <a:solidFill>
                  <a:srgbClr val="00454D"/>
                </a:solidFill>
                <a:latin typeface="Roboto"/>
                <a:ea typeface="+mn-ea"/>
              </a:rPr>
              <a:t>For Vissim, Real-Twin writes vehicle inputs on the network entry links and one static routing decision per approach, carrying the turning movement counts as relative flows. Vissim normalises them itself, so no router is needed and the counts stay traceable to the field data.</a:t>
            </a:r>
            <a:endParaRPr kumimoji="0" lang="en-US" sz="1600" b="0" i="0" u="none" strike="noStrike" kern="1200" cap="none" spc="0" normalizeH="0" baseline="0" noProof="0">
              <a:ln>
                <a:noFill/>
              </a:ln>
              <a:solidFill>
                <a:srgbClr val="00454D"/>
              </a:solidFill>
              <a:effectLst/>
              <a:uLnTx/>
              <a:uFillTx/>
              <a:latin typeface="Verdana" panose="020B0604030504040204" pitchFamily="34" charset="0"/>
              <a:ea typeface="Verdana" panose="020B0604030504040204" pitchFamily="34" charset="0"/>
              <a:cs typeface="Arial"/>
            </a:endParaRPr>
          </a:p>
        </p:txBody>
      </p:sp>
    </p:spTree>
    <p:extLst>
      <p:ext uri="{BB962C8B-B14F-4D97-AF65-F5344CB8AC3E}">
        <p14:creationId xmlns:p14="http://schemas.microsoft.com/office/powerpoint/2010/main" val="18964364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DD6DB8-1C99-ACFD-F327-73D5F4AB06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D2CF9EE-878D-1DE8-30A5-0312A8F2D8A4}"/>
              </a:ext>
            </a:extLst>
          </p:cNvPr>
          <p:cNvSpPr>
            <a:spLocks noGrp="1"/>
          </p:cNvSpPr>
          <p:nvPr>
            <p:ph type="title"/>
          </p:nvPr>
        </p:nvSpPr>
        <p:spPr>
          <a:xfrm>
            <a:off x="314692" y="365125"/>
            <a:ext cx="11492432" cy="483961"/>
          </a:xfrm>
        </p:spPr>
        <p:txBody>
          <a:bodyPr/>
          <a:lstStyle/>
          <a:p>
            <a:r>
              <a:rPr lang="en-US"/>
              <a:t>Real-Twin Automation Workflow for Vissim vs SUMO</a:t>
            </a:r>
          </a:p>
        </p:txBody>
      </p:sp>
      <p:sp>
        <p:nvSpPr>
          <p:cNvPr id="7" name="TextBox 6">
            <a:extLst>
              <a:ext uri="{FF2B5EF4-FFF2-40B4-BE49-F238E27FC236}">
                <a16:creationId xmlns:a16="http://schemas.microsoft.com/office/drawing/2014/main" id="{805398AA-880C-403E-4169-EA2BBD026F37}"/>
              </a:ext>
            </a:extLst>
          </p:cNvPr>
          <p:cNvSpPr txBox="1"/>
          <p:nvPr/>
        </p:nvSpPr>
        <p:spPr>
          <a:xfrm>
            <a:off x="286089" y="993846"/>
            <a:ext cx="10452195" cy="369332"/>
          </a:xfrm>
          <a:prstGeom prst="rect">
            <a:avLst/>
          </a:prstGeom>
          <a:noFill/>
        </p:spPr>
        <p:txBody>
          <a:bodyPr wrap="square">
            <a:spAutoFit/>
          </a:bodyPr>
          <a:lstStyle/>
          <a:p>
            <a:pPr marR="0" lvl="0" algn="l" defTabSz="914400" rtl="0" eaLnBrk="1" fontAlgn="auto" latinLnBrk="0" hangingPunct="1">
              <a:lnSpc>
                <a:spcPct val="100000"/>
              </a:lnSpc>
              <a:spcBef>
                <a:spcPts val="0"/>
              </a:spcBef>
              <a:spcAft>
                <a:spcPts val="1200"/>
              </a:spcAft>
              <a:buClrTx/>
              <a:buSzTx/>
              <a:tabLst/>
              <a:defRPr/>
            </a:pPr>
            <a:r>
              <a:rPr kumimoji="0" lang="en-US" sz="1800" b="1" i="0" u="none" strike="noStrike" kern="1200" cap="none" spc="0" normalizeH="0" baseline="0" noProof="0">
                <a:ln>
                  <a:noFill/>
                </a:ln>
                <a:solidFill>
                  <a:srgbClr val="00454D"/>
                </a:solidFill>
                <a:effectLst/>
                <a:uLnTx/>
                <a:uFillTx/>
                <a:latin typeface="Roboto"/>
                <a:ea typeface="+mn-ea"/>
                <a:cs typeface="+mn-cs"/>
              </a:rPr>
              <a:t>Step 4 Signal Import</a:t>
            </a:r>
          </a:p>
        </p:txBody>
      </p:sp>
      <p:sp>
        <p:nvSpPr>
          <p:cNvPr id="4" name="Content Placeholder 2">
            <a:extLst>
              <a:ext uri="{FF2B5EF4-FFF2-40B4-BE49-F238E27FC236}">
                <a16:creationId xmlns:a16="http://schemas.microsoft.com/office/drawing/2014/main" id="{785C5891-7AE8-CB50-0C37-78907E71BCFB}"/>
              </a:ext>
            </a:extLst>
          </p:cNvPr>
          <p:cNvSpPr txBox="1">
            <a:spLocks/>
          </p:cNvSpPr>
          <p:nvPr/>
        </p:nvSpPr>
        <p:spPr>
          <a:xfrm>
            <a:off x="314691" y="1430206"/>
            <a:ext cx="10676215" cy="1263375"/>
          </a:xfrm>
          <a:prstGeom prst="rect">
            <a:avLst/>
          </a:prstGeom>
        </p:spPr>
        <p:txBody>
          <a:bodyPr/>
          <a:lstStyle>
            <a:lvl1pPr marL="228600" indent="-228600" algn="l" defTabSz="914400" rtl="0" eaLnBrk="1" latinLnBrk="0" hangingPunct="1">
              <a:lnSpc>
                <a:spcPct val="90000"/>
              </a:lnSpc>
              <a:spcBef>
                <a:spcPts val="1000"/>
              </a:spcBef>
              <a:spcAft>
                <a:spcPts val="60"/>
              </a:spcAft>
              <a:buFont typeface="Arial" panose="020B0604020202020204" pitchFamily="34" charset="0"/>
              <a:buChar char="•"/>
              <a:defRPr sz="2200" kern="1200">
                <a:solidFill>
                  <a:schemeClr val="tx1"/>
                </a:solidFill>
                <a:latin typeface="Roboto" panose="02000000000000000000" pitchFamily="2" charset="0"/>
                <a:ea typeface="Roboto" panose="02000000000000000000" pitchFamily="2" charset="0"/>
                <a:cs typeface="+mn-cs"/>
              </a:defRPr>
            </a:lvl1pPr>
            <a:lvl2pPr marL="685800" indent="-228600" algn="l" defTabSz="914400" rtl="0" eaLnBrk="1" latinLnBrk="0" hangingPunct="1">
              <a:lnSpc>
                <a:spcPct val="90000"/>
              </a:lnSpc>
              <a:spcBef>
                <a:spcPts val="1000"/>
              </a:spcBef>
              <a:spcAft>
                <a:spcPts val="60"/>
              </a:spcAft>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mn-cs"/>
              </a:defRPr>
            </a:lvl2pPr>
            <a:lvl3pPr marL="1143000" indent="-228600" algn="l" defTabSz="914400" rtl="0" eaLnBrk="1" latinLnBrk="0" hangingPunct="1">
              <a:lnSpc>
                <a:spcPct val="90000"/>
              </a:lnSpc>
              <a:spcBef>
                <a:spcPts val="1000"/>
              </a:spcBef>
              <a:spcAft>
                <a:spcPts val="60"/>
              </a:spcAft>
              <a:buFont typeface="Arial" panose="020B0604020202020204" pitchFamily="34" charset="0"/>
              <a:buChar char="•"/>
              <a:defRPr sz="1600" kern="1200">
                <a:solidFill>
                  <a:schemeClr val="tx1"/>
                </a:solidFill>
                <a:latin typeface="Roboto" panose="02000000000000000000" pitchFamily="2" charset="0"/>
                <a:ea typeface="Roboto" panose="02000000000000000000" pitchFamily="2" charset="0"/>
                <a:cs typeface="+mn-cs"/>
              </a:defRPr>
            </a:lvl3pPr>
            <a:lvl4pPr marL="1600200" indent="-228600" algn="l" defTabSz="914400" rtl="0" eaLnBrk="1" latinLnBrk="0" hangingPunct="1">
              <a:lnSpc>
                <a:spcPct val="90000"/>
              </a:lnSpc>
              <a:spcBef>
                <a:spcPts val="1000"/>
              </a:spcBef>
              <a:spcAft>
                <a:spcPts val="60"/>
              </a:spcAft>
              <a:buFont typeface="Arial" panose="020B0604020202020204" pitchFamily="34" charset="0"/>
              <a:buChar char="•"/>
              <a:defRPr sz="1600" kern="1200">
                <a:solidFill>
                  <a:schemeClr val="tx1"/>
                </a:solidFill>
                <a:latin typeface="Roboto" panose="02000000000000000000" pitchFamily="2" charset="0"/>
                <a:ea typeface="Roboto" panose="02000000000000000000" pitchFamily="2" charset="0"/>
                <a:cs typeface="+mn-cs"/>
              </a:defRPr>
            </a:lvl4pPr>
            <a:lvl5pPr marL="2057400" indent="-228600" algn="l" defTabSz="914400" rtl="0" eaLnBrk="1" latinLnBrk="0" hangingPunct="1">
              <a:lnSpc>
                <a:spcPct val="90000"/>
              </a:lnSpc>
              <a:spcBef>
                <a:spcPts val="1000"/>
              </a:spcBef>
              <a:spcAft>
                <a:spcPts val="60"/>
              </a:spcAft>
              <a:buFont typeface="Arial" panose="020B0604020202020204" pitchFamily="34" charset="0"/>
              <a:buChar char="•"/>
              <a:defRPr sz="1600" kern="1200">
                <a:solidFill>
                  <a:schemeClr val="tx1"/>
                </a:solidFill>
                <a:latin typeface="Roboto" panose="02000000000000000000" pitchFamily="2" charset="0"/>
                <a:ea typeface="Roboto" panose="02000000000000000000"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marR="0" lvl="0" indent="-285750" fontAlgn="auto">
              <a:lnSpc>
                <a:spcPct val="100000"/>
              </a:lnSpc>
              <a:spcBef>
                <a:spcPts val="0"/>
              </a:spcBef>
              <a:spcAft>
                <a:spcPts val="600"/>
              </a:spcAft>
              <a:buClrTx/>
              <a:buSzTx/>
              <a:tabLst/>
              <a:defRPr sz="1400" b="0">
                <a:solidFill>
                  <a:srgbClr val="5C6978"/>
                </a:solidFill>
              </a:defRPr>
            </a:pPr>
            <a:r>
              <a:rPr lang="en-US" sz="1600">
                <a:solidFill>
                  <a:srgbClr val="00454D"/>
                </a:solidFill>
                <a:latin typeface="Roboto"/>
                <a:ea typeface="+mn-ea"/>
              </a:rPr>
              <a:t>For SUMO, Real-Twin converts UTDF signal plans directly into NEMA settings and automatically places the detectors. </a:t>
            </a:r>
          </a:p>
          <a:p>
            <a:pPr marL="285750" marR="0" lvl="0" indent="-285750" fontAlgn="auto">
              <a:lnSpc>
                <a:spcPct val="100000"/>
              </a:lnSpc>
              <a:spcBef>
                <a:spcPts val="0"/>
              </a:spcBef>
              <a:spcAft>
                <a:spcPts val="600"/>
              </a:spcAft>
              <a:buClrTx/>
              <a:buSzTx/>
              <a:tabLst/>
              <a:defRPr sz="1400" b="0">
                <a:solidFill>
                  <a:srgbClr val="5C6978"/>
                </a:solidFill>
              </a:defRPr>
            </a:pPr>
            <a:r>
              <a:rPr lang="en-US" sz="1600">
                <a:solidFill>
                  <a:srgbClr val="00454D"/>
                </a:solidFill>
                <a:latin typeface="Roboto"/>
                <a:ea typeface="+mn-ea"/>
              </a:rPr>
              <a:t>For Vissim, Real-Twin translates the UTDF data into Ring Barrier Controller files (.prbc), keeping the plan actuated, and places the signal heads, detectors, conflict areas and right-turn-on-red stop signs over the COM API.</a:t>
            </a:r>
            <a:endParaRPr kumimoji="0" lang="en-US" sz="1600" b="0" i="0" u="none" strike="noStrike" kern="1200" cap="none" spc="0" normalizeH="0" baseline="0" noProof="0">
              <a:ln>
                <a:noFill/>
              </a:ln>
              <a:solidFill>
                <a:srgbClr val="00454D"/>
              </a:solidFill>
              <a:effectLst/>
              <a:uLnTx/>
              <a:uFillTx/>
              <a:latin typeface="Verdana" panose="020B0604030504040204" pitchFamily="34" charset="0"/>
              <a:ea typeface="Verdana" panose="020B0604030504040204" pitchFamily="34" charset="0"/>
              <a:cs typeface="Arial"/>
            </a:endParaRPr>
          </a:p>
        </p:txBody>
      </p:sp>
      <p:pic>
        <p:nvPicPr>
          <p:cNvPr id="6" name="Picture 5">
            <a:extLst>
              <a:ext uri="{FF2B5EF4-FFF2-40B4-BE49-F238E27FC236}">
                <a16:creationId xmlns:a16="http://schemas.microsoft.com/office/drawing/2014/main" id="{897E0F5F-499B-E5B8-E5CE-7E566AFCE635}"/>
              </a:ext>
            </a:extLst>
          </p:cNvPr>
          <p:cNvPicPr>
            <a:picLocks noChangeAspect="1"/>
          </p:cNvPicPr>
          <p:nvPr/>
        </p:nvPicPr>
        <p:blipFill>
          <a:blip r:embed="rId3"/>
          <a:stretch>
            <a:fillRect/>
          </a:stretch>
        </p:blipFill>
        <p:spPr>
          <a:xfrm>
            <a:off x="379641" y="3005750"/>
            <a:ext cx="6133324" cy="2598190"/>
          </a:xfrm>
          <a:prstGeom prst="rect">
            <a:avLst/>
          </a:prstGeom>
        </p:spPr>
      </p:pic>
      <p:pic>
        <p:nvPicPr>
          <p:cNvPr id="9" name="Picture 8">
            <a:extLst>
              <a:ext uri="{FF2B5EF4-FFF2-40B4-BE49-F238E27FC236}">
                <a16:creationId xmlns:a16="http://schemas.microsoft.com/office/drawing/2014/main" id="{DAEA44DE-3129-4D5D-1825-3C1FCD46CFD6}"/>
              </a:ext>
            </a:extLst>
          </p:cNvPr>
          <p:cNvPicPr>
            <a:picLocks noChangeAspect="1"/>
          </p:cNvPicPr>
          <p:nvPr/>
        </p:nvPicPr>
        <p:blipFill>
          <a:blip r:embed="rId4"/>
          <a:stretch>
            <a:fillRect/>
          </a:stretch>
        </p:blipFill>
        <p:spPr>
          <a:xfrm>
            <a:off x="7295953" y="2584342"/>
            <a:ext cx="4175490" cy="3702793"/>
          </a:xfrm>
          <a:prstGeom prst="rect">
            <a:avLst/>
          </a:prstGeom>
        </p:spPr>
      </p:pic>
      <p:sp>
        <p:nvSpPr>
          <p:cNvPr id="11" name="Rectangle 10">
            <a:extLst>
              <a:ext uri="{FF2B5EF4-FFF2-40B4-BE49-F238E27FC236}">
                <a16:creationId xmlns:a16="http://schemas.microsoft.com/office/drawing/2014/main" id="{64C1CAA7-4B7F-A0C1-6892-FE1CB3DACEE0}"/>
              </a:ext>
            </a:extLst>
          </p:cNvPr>
          <p:cNvSpPr/>
          <p:nvPr/>
        </p:nvSpPr>
        <p:spPr>
          <a:xfrm>
            <a:off x="911382" y="5740451"/>
            <a:ext cx="3914115" cy="4114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sz="1400" b="0">
                <a:solidFill>
                  <a:srgbClr val="5C6978"/>
                </a:solidFill>
              </a:defRPr>
            </a:pPr>
            <a:r>
              <a:rPr kumimoji="0" lang="en-US" sz="1400" b="1" i="0" u="none" strike="noStrike" kern="1200" cap="none" spc="0" normalizeH="0" baseline="0" noProof="0">
                <a:ln>
                  <a:noFill/>
                </a:ln>
                <a:solidFill>
                  <a:srgbClr val="374759"/>
                </a:solidFill>
                <a:effectLst/>
                <a:uLnTx/>
                <a:uFillTx/>
                <a:latin typeface="Roboto"/>
                <a:ea typeface="+mn-ea"/>
                <a:cs typeface="+mn-cs"/>
              </a:rPr>
              <a:t>SUMO NEMA Signal</a:t>
            </a:r>
          </a:p>
          <a:p>
            <a:pPr marL="0" marR="0" lvl="0" indent="0" algn="ctr" defTabSz="914400" rtl="0" eaLnBrk="1" fontAlgn="auto" latinLnBrk="0" hangingPunct="1">
              <a:lnSpc>
                <a:spcPct val="100000"/>
              </a:lnSpc>
              <a:spcBef>
                <a:spcPts val="0"/>
              </a:spcBef>
              <a:spcAft>
                <a:spcPts val="0"/>
              </a:spcAft>
              <a:buClrTx/>
              <a:buSzTx/>
              <a:buFontTx/>
              <a:buNone/>
              <a:tabLst/>
              <a:defRPr sz="1400" b="0">
                <a:solidFill>
                  <a:srgbClr val="5C6978"/>
                </a:solidFill>
              </a:defRPr>
            </a:pPr>
            <a:r>
              <a:rPr lang="en-US" sz="1400" b="1">
                <a:solidFill>
                  <a:srgbClr val="374759"/>
                </a:solidFill>
                <a:latin typeface="Roboto"/>
              </a:rPr>
              <a:t>(fixed-time; actuation is lost in translation)</a:t>
            </a:r>
          </a:p>
        </p:txBody>
      </p:sp>
      <p:sp>
        <p:nvSpPr>
          <p:cNvPr id="13" name="Rectangle 12">
            <a:extLst>
              <a:ext uri="{FF2B5EF4-FFF2-40B4-BE49-F238E27FC236}">
                <a16:creationId xmlns:a16="http://schemas.microsoft.com/office/drawing/2014/main" id="{EE4D9B81-B0D3-25EE-664E-1D19D188BA11}"/>
              </a:ext>
            </a:extLst>
          </p:cNvPr>
          <p:cNvSpPr/>
          <p:nvPr/>
        </p:nvSpPr>
        <p:spPr>
          <a:xfrm>
            <a:off x="7088863" y="6287135"/>
            <a:ext cx="4526733" cy="4114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sz="1400" b="0">
                <a:solidFill>
                  <a:srgbClr val="5C6978"/>
                </a:solidFill>
              </a:defRPr>
            </a:pPr>
            <a:r>
              <a:rPr kumimoji="0" lang="en-US" sz="1400" b="1" i="0" u="none" strike="noStrike" kern="1200" cap="none" spc="0" normalizeH="0" baseline="0" noProof="0">
                <a:ln>
                  <a:noFill/>
                </a:ln>
                <a:solidFill>
                  <a:srgbClr val="374759"/>
                </a:solidFill>
                <a:effectLst/>
                <a:uLnTx/>
                <a:uFillTx/>
                <a:latin typeface="Roboto"/>
                <a:ea typeface="+mn-ea"/>
                <a:cs typeface="+mn-cs"/>
              </a:rPr>
              <a:t>Vissim Ring Barrier Controller</a:t>
            </a:r>
          </a:p>
          <a:p>
            <a:pPr marL="0" marR="0" lvl="0" indent="0" algn="ctr" defTabSz="914400" rtl="0" eaLnBrk="1" fontAlgn="auto" latinLnBrk="0" hangingPunct="1">
              <a:lnSpc>
                <a:spcPct val="100000"/>
              </a:lnSpc>
              <a:spcBef>
                <a:spcPts val="0"/>
              </a:spcBef>
              <a:spcAft>
                <a:spcPts val="0"/>
              </a:spcAft>
              <a:buClrTx/>
              <a:buSzTx/>
              <a:buFontTx/>
              <a:buNone/>
              <a:tabLst/>
              <a:defRPr sz="1400" b="0">
                <a:solidFill>
                  <a:srgbClr val="5C6978"/>
                </a:solidFill>
              </a:defRPr>
            </a:pPr>
            <a:r>
              <a:rPr lang="en-US" sz="1400" b="1">
                <a:solidFill>
                  <a:srgbClr val="374759"/>
                </a:solidFill>
                <a:latin typeface="Roboto"/>
              </a:rPr>
              <a:t>(keeps actuation: min/max green, extensions, recalls)</a:t>
            </a:r>
          </a:p>
        </p:txBody>
      </p:sp>
    </p:spTree>
    <p:extLst>
      <p:ext uri="{BB962C8B-B14F-4D97-AF65-F5344CB8AC3E}">
        <p14:creationId xmlns:p14="http://schemas.microsoft.com/office/powerpoint/2010/main" val="37552463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44084F-C73E-0AE6-A7BF-42233A90A5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0A9FB2F-905F-FD36-7C53-2AA963EA4361}"/>
              </a:ext>
            </a:extLst>
          </p:cNvPr>
          <p:cNvSpPr>
            <a:spLocks noGrp="1"/>
          </p:cNvSpPr>
          <p:nvPr>
            <p:ph type="title"/>
          </p:nvPr>
        </p:nvSpPr>
        <p:spPr>
          <a:xfrm>
            <a:off x="314692" y="365125"/>
            <a:ext cx="11492432" cy="483961"/>
          </a:xfrm>
        </p:spPr>
        <p:txBody>
          <a:bodyPr/>
          <a:lstStyle/>
          <a:p>
            <a:r>
              <a:rPr lang="en-US"/>
              <a:t>Real-Twin Automation Workflow for Vissim vs SUMO</a:t>
            </a:r>
          </a:p>
        </p:txBody>
      </p:sp>
      <p:sp>
        <p:nvSpPr>
          <p:cNvPr id="7" name="TextBox 6">
            <a:extLst>
              <a:ext uri="{FF2B5EF4-FFF2-40B4-BE49-F238E27FC236}">
                <a16:creationId xmlns:a16="http://schemas.microsoft.com/office/drawing/2014/main" id="{D8A69F2F-7EC0-6FDD-83C0-008579782864}"/>
              </a:ext>
            </a:extLst>
          </p:cNvPr>
          <p:cNvSpPr txBox="1"/>
          <p:nvPr/>
        </p:nvSpPr>
        <p:spPr>
          <a:xfrm>
            <a:off x="286089" y="993846"/>
            <a:ext cx="10452195" cy="369332"/>
          </a:xfrm>
          <a:prstGeom prst="rect">
            <a:avLst/>
          </a:prstGeom>
          <a:noFill/>
        </p:spPr>
        <p:txBody>
          <a:bodyPr wrap="square">
            <a:spAutoFit/>
          </a:bodyPr>
          <a:lstStyle/>
          <a:p>
            <a:pPr marR="0" lvl="0" algn="l" defTabSz="914400" rtl="0" eaLnBrk="1" fontAlgn="auto" latinLnBrk="0" hangingPunct="1">
              <a:lnSpc>
                <a:spcPct val="100000"/>
              </a:lnSpc>
              <a:spcBef>
                <a:spcPts val="0"/>
              </a:spcBef>
              <a:spcAft>
                <a:spcPts val="1200"/>
              </a:spcAft>
              <a:buClrTx/>
              <a:buSzTx/>
              <a:tabLst/>
              <a:defRPr/>
            </a:pPr>
            <a:r>
              <a:rPr kumimoji="0" lang="en-US" sz="1800" b="1" i="0" u="none" strike="noStrike" kern="1200" cap="none" spc="0" normalizeH="0" baseline="0" noProof="0">
                <a:ln>
                  <a:noFill/>
                </a:ln>
                <a:solidFill>
                  <a:srgbClr val="00454D"/>
                </a:solidFill>
                <a:effectLst/>
                <a:uLnTx/>
                <a:uFillTx/>
                <a:latin typeface="Roboto"/>
                <a:ea typeface="+mn-ea"/>
                <a:cs typeface="+mn-cs"/>
              </a:rPr>
              <a:t>Step 5 Simulation Generation and Calibration</a:t>
            </a:r>
          </a:p>
        </p:txBody>
      </p:sp>
      <p:pic>
        <p:nvPicPr>
          <p:cNvPr id="12" name="Picture 11">
            <a:extLst>
              <a:ext uri="{FF2B5EF4-FFF2-40B4-BE49-F238E27FC236}">
                <a16:creationId xmlns:a16="http://schemas.microsoft.com/office/drawing/2014/main" id="{5BFB37B7-70AF-823F-7AC9-6BFDDD0EC6E9}"/>
              </a:ext>
            </a:extLst>
          </p:cNvPr>
          <p:cNvPicPr>
            <a:picLocks noChangeAspect="1"/>
          </p:cNvPicPr>
          <p:nvPr/>
        </p:nvPicPr>
        <p:blipFill>
          <a:blip r:embed="rId3"/>
          <a:stretch>
            <a:fillRect/>
          </a:stretch>
        </p:blipFill>
        <p:spPr>
          <a:xfrm>
            <a:off x="160303" y="2552524"/>
            <a:ext cx="8827201" cy="3431698"/>
          </a:xfrm>
          <a:prstGeom prst="rect">
            <a:avLst/>
          </a:prstGeom>
        </p:spPr>
      </p:pic>
      <p:sp>
        <p:nvSpPr>
          <p:cNvPr id="14" name="Content Placeholder 2">
            <a:extLst>
              <a:ext uri="{FF2B5EF4-FFF2-40B4-BE49-F238E27FC236}">
                <a16:creationId xmlns:a16="http://schemas.microsoft.com/office/drawing/2014/main" id="{E4CE1B1F-610C-B135-F81A-2229B6850C32}"/>
              </a:ext>
            </a:extLst>
          </p:cNvPr>
          <p:cNvSpPr txBox="1">
            <a:spLocks/>
          </p:cNvSpPr>
          <p:nvPr/>
        </p:nvSpPr>
        <p:spPr>
          <a:xfrm>
            <a:off x="314691" y="1430206"/>
            <a:ext cx="11492432" cy="1263375"/>
          </a:xfrm>
          <a:prstGeom prst="rect">
            <a:avLst/>
          </a:prstGeom>
        </p:spPr>
        <p:txBody>
          <a:bodyPr/>
          <a:lstStyle>
            <a:lvl1pPr marL="228600" indent="-228600" algn="l" defTabSz="914400" rtl="0" eaLnBrk="1" latinLnBrk="0" hangingPunct="1">
              <a:lnSpc>
                <a:spcPct val="90000"/>
              </a:lnSpc>
              <a:spcBef>
                <a:spcPts val="1000"/>
              </a:spcBef>
              <a:spcAft>
                <a:spcPts val="60"/>
              </a:spcAft>
              <a:buFont typeface="Arial" panose="020B0604020202020204" pitchFamily="34" charset="0"/>
              <a:buChar char="•"/>
              <a:defRPr sz="2200" kern="1200">
                <a:solidFill>
                  <a:schemeClr val="tx1"/>
                </a:solidFill>
                <a:latin typeface="Roboto" panose="02000000000000000000" pitchFamily="2" charset="0"/>
                <a:ea typeface="Roboto" panose="02000000000000000000" pitchFamily="2" charset="0"/>
                <a:cs typeface="+mn-cs"/>
              </a:defRPr>
            </a:lvl1pPr>
            <a:lvl2pPr marL="685800" indent="-228600" algn="l" defTabSz="914400" rtl="0" eaLnBrk="1" latinLnBrk="0" hangingPunct="1">
              <a:lnSpc>
                <a:spcPct val="90000"/>
              </a:lnSpc>
              <a:spcBef>
                <a:spcPts val="1000"/>
              </a:spcBef>
              <a:spcAft>
                <a:spcPts val="60"/>
              </a:spcAft>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mn-cs"/>
              </a:defRPr>
            </a:lvl2pPr>
            <a:lvl3pPr marL="1143000" indent="-228600" algn="l" defTabSz="914400" rtl="0" eaLnBrk="1" latinLnBrk="0" hangingPunct="1">
              <a:lnSpc>
                <a:spcPct val="90000"/>
              </a:lnSpc>
              <a:spcBef>
                <a:spcPts val="1000"/>
              </a:spcBef>
              <a:spcAft>
                <a:spcPts val="60"/>
              </a:spcAft>
              <a:buFont typeface="Arial" panose="020B0604020202020204" pitchFamily="34" charset="0"/>
              <a:buChar char="•"/>
              <a:defRPr sz="1600" kern="1200">
                <a:solidFill>
                  <a:schemeClr val="tx1"/>
                </a:solidFill>
                <a:latin typeface="Roboto" panose="02000000000000000000" pitchFamily="2" charset="0"/>
                <a:ea typeface="Roboto" panose="02000000000000000000" pitchFamily="2" charset="0"/>
                <a:cs typeface="+mn-cs"/>
              </a:defRPr>
            </a:lvl3pPr>
            <a:lvl4pPr marL="1600200" indent="-228600" algn="l" defTabSz="914400" rtl="0" eaLnBrk="1" latinLnBrk="0" hangingPunct="1">
              <a:lnSpc>
                <a:spcPct val="90000"/>
              </a:lnSpc>
              <a:spcBef>
                <a:spcPts val="1000"/>
              </a:spcBef>
              <a:spcAft>
                <a:spcPts val="60"/>
              </a:spcAft>
              <a:buFont typeface="Arial" panose="020B0604020202020204" pitchFamily="34" charset="0"/>
              <a:buChar char="•"/>
              <a:defRPr sz="1600" kern="1200">
                <a:solidFill>
                  <a:schemeClr val="tx1"/>
                </a:solidFill>
                <a:latin typeface="Roboto" panose="02000000000000000000" pitchFamily="2" charset="0"/>
                <a:ea typeface="Roboto" panose="02000000000000000000" pitchFamily="2" charset="0"/>
                <a:cs typeface="+mn-cs"/>
              </a:defRPr>
            </a:lvl4pPr>
            <a:lvl5pPr marL="2057400" indent="-228600" algn="l" defTabSz="914400" rtl="0" eaLnBrk="1" latinLnBrk="0" hangingPunct="1">
              <a:lnSpc>
                <a:spcPct val="90000"/>
              </a:lnSpc>
              <a:spcBef>
                <a:spcPts val="1000"/>
              </a:spcBef>
              <a:spcAft>
                <a:spcPts val="60"/>
              </a:spcAft>
              <a:buFont typeface="Arial" panose="020B0604020202020204" pitchFamily="34" charset="0"/>
              <a:buChar char="•"/>
              <a:defRPr sz="1600" kern="1200">
                <a:solidFill>
                  <a:schemeClr val="tx1"/>
                </a:solidFill>
                <a:latin typeface="Roboto" panose="02000000000000000000" pitchFamily="2" charset="0"/>
                <a:ea typeface="Roboto" panose="02000000000000000000"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marR="0" lvl="0" indent="-285750" fontAlgn="auto">
              <a:lnSpc>
                <a:spcPct val="100000"/>
              </a:lnSpc>
              <a:spcBef>
                <a:spcPts val="0"/>
              </a:spcBef>
              <a:spcAft>
                <a:spcPts val="600"/>
              </a:spcAft>
              <a:buClrTx/>
              <a:buSzTx/>
              <a:tabLst/>
              <a:defRPr sz="1400" b="0">
                <a:solidFill>
                  <a:srgbClr val="5C6978"/>
                </a:solidFill>
              </a:defRPr>
            </a:pPr>
            <a:r>
              <a:rPr lang="en-US" sz="1600">
                <a:solidFill>
                  <a:srgbClr val="00454D"/>
                </a:solidFill>
                <a:latin typeface="Roboto"/>
                <a:ea typeface="+mn-ea"/>
              </a:rPr>
              <a:t>SUMO calibration can be completed entirely in Python. </a:t>
            </a:r>
          </a:p>
          <a:p>
            <a:pPr marL="285750" marR="0" lvl="0" indent="-285750" fontAlgn="auto">
              <a:lnSpc>
                <a:spcPct val="100000"/>
              </a:lnSpc>
              <a:spcBef>
                <a:spcPts val="0"/>
              </a:spcBef>
              <a:spcAft>
                <a:spcPts val="600"/>
              </a:spcAft>
              <a:buClrTx/>
              <a:buSzTx/>
              <a:tabLst/>
              <a:defRPr sz="1400" b="0">
                <a:solidFill>
                  <a:srgbClr val="5C6978"/>
                </a:solidFill>
              </a:defRPr>
            </a:pPr>
            <a:r>
              <a:rPr lang="en-US" sz="1600">
                <a:solidFill>
                  <a:srgbClr val="00454D"/>
                </a:solidFill>
                <a:latin typeface="Roboto"/>
                <a:ea typeface="+mn-ea"/>
              </a:rPr>
              <a:t>Vissim calibration can also be driven from Python: the COM API updates parameters, runs the simulation and reads the results back, so the whole loop stays in one place.</a:t>
            </a:r>
            <a:endParaRPr kumimoji="0" lang="en-US" sz="1600" b="0" i="0" u="none" strike="noStrike" kern="1200" cap="none" spc="0" normalizeH="0" baseline="0" noProof="0">
              <a:ln>
                <a:noFill/>
              </a:ln>
              <a:solidFill>
                <a:srgbClr val="00454D"/>
              </a:solidFill>
              <a:effectLst/>
              <a:uLnTx/>
              <a:uFillTx/>
              <a:latin typeface="Verdana" panose="020B0604030504040204" pitchFamily="34" charset="0"/>
              <a:ea typeface="Verdana" panose="020B0604030504040204" pitchFamily="34" charset="0"/>
              <a:cs typeface="Arial"/>
            </a:endParaRPr>
          </a:p>
        </p:txBody>
      </p:sp>
      <p:sp>
        <p:nvSpPr>
          <p:cNvPr id="16" name="Rectangle 15">
            <a:extLst>
              <a:ext uri="{FF2B5EF4-FFF2-40B4-BE49-F238E27FC236}">
                <a16:creationId xmlns:a16="http://schemas.microsoft.com/office/drawing/2014/main" id="{2D94557A-3EB7-74D7-4FD6-C6FCB33F160B}"/>
              </a:ext>
            </a:extLst>
          </p:cNvPr>
          <p:cNvSpPr/>
          <p:nvPr/>
        </p:nvSpPr>
        <p:spPr>
          <a:xfrm>
            <a:off x="72122" y="3083361"/>
            <a:ext cx="2584656" cy="2401580"/>
          </a:xfrm>
          <a:prstGeom prst="rect">
            <a:avLst/>
          </a:prstGeom>
          <a:noFill/>
          <a:ln w="38100">
            <a:solidFill>
              <a:schemeClr val="bg1">
                <a:lumMod val="50000"/>
              </a:schemeClr>
            </a:solidFill>
            <a:prstDash val="dash"/>
            <a:miter lim="800000"/>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182880" tIns="182880" rIns="182880" bIns="182880" numCol="1" spcCol="0" rtlCol="0" fromWordArt="0" anchor="ctr" anchorCtr="0" forceAA="0" compatLnSpc="1">
            <a:prstTxWarp prst="textNoShape">
              <a:avLst/>
            </a:prstTxWarp>
            <a:noAutofit/>
          </a:bodyPr>
          <a:lstStyle/>
          <a:p>
            <a:pPr algn="l">
              <a:lnSpc>
                <a:spcPct val="90000"/>
              </a:lnSpc>
            </a:pPr>
            <a:endParaRPr lang="en-US">
              <a:solidFill>
                <a:schemeClr val="tx1"/>
              </a:solidFill>
            </a:endParaRPr>
          </a:p>
        </p:txBody>
      </p:sp>
      <p:sp>
        <p:nvSpPr>
          <p:cNvPr id="32" name="Rectangle 31">
            <a:extLst>
              <a:ext uri="{FF2B5EF4-FFF2-40B4-BE49-F238E27FC236}">
                <a16:creationId xmlns:a16="http://schemas.microsoft.com/office/drawing/2014/main" id="{738C67DC-12D1-44EE-68CB-CC1A4544DB7D}"/>
              </a:ext>
            </a:extLst>
          </p:cNvPr>
          <p:cNvSpPr/>
          <p:nvPr/>
        </p:nvSpPr>
        <p:spPr>
          <a:xfrm>
            <a:off x="-289711" y="6129824"/>
            <a:ext cx="3099137" cy="4114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sz="1400" b="0">
                <a:solidFill>
                  <a:srgbClr val="5C6978"/>
                </a:solidFill>
              </a:defRPr>
            </a:pPr>
            <a:r>
              <a:rPr kumimoji="0" lang="en-US" sz="1400" b="1" i="0" u="none" strike="noStrike" kern="1200" cap="none" spc="0" normalizeH="0" baseline="0" noProof="0" err="1">
                <a:ln>
                  <a:noFill/>
                </a:ln>
                <a:solidFill>
                  <a:srgbClr val="374759"/>
                </a:solidFill>
                <a:effectLst/>
                <a:uLnTx/>
                <a:uFillTx/>
                <a:latin typeface="Roboto"/>
                <a:ea typeface="+mn-ea"/>
                <a:cs typeface="+mn-cs"/>
              </a:rPr>
              <a:t>RealTwin.Calibration.SUMO</a:t>
            </a:r>
            <a:endParaRPr kumimoji="0" sz="1400" b="1" i="0" u="none" strike="noStrike" kern="1200" cap="none" spc="0" normalizeH="0" baseline="0" noProof="0">
              <a:ln>
                <a:noFill/>
              </a:ln>
              <a:solidFill>
                <a:srgbClr val="374759"/>
              </a:solidFill>
              <a:effectLst/>
              <a:uLnTx/>
              <a:uFillTx/>
              <a:latin typeface="Roboto"/>
              <a:ea typeface="+mn-ea"/>
              <a:cs typeface="+mn-cs"/>
            </a:endParaRPr>
          </a:p>
        </p:txBody>
      </p:sp>
      <p:sp>
        <p:nvSpPr>
          <p:cNvPr id="39" name="Rectangle 38">
            <a:extLst>
              <a:ext uri="{FF2B5EF4-FFF2-40B4-BE49-F238E27FC236}">
                <a16:creationId xmlns:a16="http://schemas.microsoft.com/office/drawing/2014/main" id="{5619FEA2-CA9F-60F3-988E-1058ACD448C3}"/>
              </a:ext>
            </a:extLst>
          </p:cNvPr>
          <p:cNvSpPr/>
          <p:nvPr/>
        </p:nvSpPr>
        <p:spPr>
          <a:xfrm>
            <a:off x="4488595" y="2485496"/>
            <a:ext cx="4587090" cy="3582699"/>
          </a:xfrm>
          <a:prstGeom prst="rect">
            <a:avLst/>
          </a:prstGeom>
          <a:noFill/>
          <a:ln w="38100">
            <a:solidFill>
              <a:schemeClr val="bg1">
                <a:lumMod val="50000"/>
              </a:schemeClr>
            </a:solidFill>
            <a:prstDash val="dash"/>
            <a:miter lim="800000"/>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182880" tIns="182880" rIns="182880" bIns="182880" numCol="1" spcCol="0" rtlCol="0" fromWordArt="0" anchor="ctr" anchorCtr="0" forceAA="0" compatLnSpc="1">
            <a:prstTxWarp prst="textNoShape">
              <a:avLst/>
            </a:prstTxWarp>
            <a:noAutofit/>
          </a:bodyPr>
          <a:lstStyle/>
          <a:p>
            <a:pPr algn="l">
              <a:lnSpc>
                <a:spcPct val="90000"/>
              </a:lnSpc>
            </a:pPr>
            <a:endParaRPr lang="en-US">
              <a:solidFill>
                <a:schemeClr val="tx1"/>
              </a:solidFill>
            </a:endParaRPr>
          </a:p>
        </p:txBody>
      </p:sp>
      <p:sp>
        <p:nvSpPr>
          <p:cNvPr id="41" name="Rectangle 40">
            <a:extLst>
              <a:ext uri="{FF2B5EF4-FFF2-40B4-BE49-F238E27FC236}">
                <a16:creationId xmlns:a16="http://schemas.microsoft.com/office/drawing/2014/main" id="{C942D982-D6ED-03B9-1EA0-F4AC86782207}"/>
              </a:ext>
            </a:extLst>
          </p:cNvPr>
          <p:cNvSpPr/>
          <p:nvPr/>
        </p:nvSpPr>
        <p:spPr>
          <a:xfrm>
            <a:off x="5177074" y="6135223"/>
            <a:ext cx="3099137" cy="4114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sz="1400" b="0">
                <a:solidFill>
                  <a:srgbClr val="5C6978"/>
                </a:solidFill>
              </a:defRPr>
            </a:pPr>
            <a:r>
              <a:rPr kumimoji="0" lang="en-US" sz="1400" b="1" i="0" u="none" strike="noStrike" kern="1200" cap="none" spc="0" normalizeH="0" baseline="0" noProof="0" err="1">
                <a:ln>
                  <a:noFill/>
                </a:ln>
                <a:solidFill>
                  <a:srgbClr val="374759"/>
                </a:solidFill>
                <a:effectLst/>
                <a:uLnTx/>
                <a:uFillTx/>
                <a:latin typeface="Roboto"/>
                <a:ea typeface="+mn-ea"/>
                <a:cs typeface="+mn-cs"/>
              </a:rPr>
              <a:t>RealTwin.Calibration.Vissim</a:t>
            </a:r>
            <a:endParaRPr kumimoji="0" sz="1400" b="1" i="0" u="none" strike="noStrike" kern="1200" cap="none" spc="0" normalizeH="0" baseline="0" noProof="0">
              <a:ln>
                <a:noFill/>
              </a:ln>
              <a:solidFill>
                <a:srgbClr val="374759"/>
              </a:solidFill>
              <a:effectLst/>
              <a:uLnTx/>
              <a:uFillTx/>
              <a:latin typeface="Roboto"/>
              <a:ea typeface="+mn-ea"/>
              <a:cs typeface="+mn-cs"/>
            </a:endParaRPr>
          </a:p>
        </p:txBody>
      </p:sp>
      <p:pic>
        <p:nvPicPr>
          <p:cNvPr id="43" name="Picture 42">
            <a:extLst>
              <a:ext uri="{FF2B5EF4-FFF2-40B4-BE49-F238E27FC236}">
                <a16:creationId xmlns:a16="http://schemas.microsoft.com/office/drawing/2014/main" id="{A206A637-DEEF-6A07-DE06-D9E9BE967D58}"/>
              </a:ext>
            </a:extLst>
          </p:cNvPr>
          <p:cNvPicPr>
            <a:picLocks noChangeAspect="1"/>
          </p:cNvPicPr>
          <p:nvPr/>
        </p:nvPicPr>
        <p:blipFill>
          <a:blip r:embed="rId4"/>
          <a:stretch>
            <a:fillRect/>
          </a:stretch>
        </p:blipFill>
        <p:spPr>
          <a:xfrm>
            <a:off x="9536494" y="2562063"/>
            <a:ext cx="2583384" cy="1972991"/>
          </a:xfrm>
          <a:prstGeom prst="rect">
            <a:avLst/>
          </a:prstGeom>
        </p:spPr>
      </p:pic>
      <p:pic>
        <p:nvPicPr>
          <p:cNvPr id="45" name="Picture 44">
            <a:extLst>
              <a:ext uri="{FF2B5EF4-FFF2-40B4-BE49-F238E27FC236}">
                <a16:creationId xmlns:a16="http://schemas.microsoft.com/office/drawing/2014/main" id="{5C69CE70-5AF7-7E40-1E40-35DB50DDDF66}"/>
              </a:ext>
            </a:extLst>
          </p:cNvPr>
          <p:cNvPicPr>
            <a:picLocks noChangeAspect="1"/>
          </p:cNvPicPr>
          <p:nvPr/>
        </p:nvPicPr>
        <p:blipFill>
          <a:blip r:embed="rId5"/>
          <a:stretch>
            <a:fillRect/>
          </a:stretch>
        </p:blipFill>
        <p:spPr>
          <a:xfrm>
            <a:off x="9476066" y="5111937"/>
            <a:ext cx="2686510" cy="566310"/>
          </a:xfrm>
          <a:prstGeom prst="rect">
            <a:avLst/>
          </a:prstGeom>
        </p:spPr>
      </p:pic>
      <p:sp>
        <p:nvSpPr>
          <p:cNvPr id="47" name="Arrow: Right 46">
            <a:extLst>
              <a:ext uri="{FF2B5EF4-FFF2-40B4-BE49-F238E27FC236}">
                <a16:creationId xmlns:a16="http://schemas.microsoft.com/office/drawing/2014/main" id="{46A7F914-62D3-1A61-5912-A74522DF8EF4}"/>
              </a:ext>
            </a:extLst>
          </p:cNvPr>
          <p:cNvSpPr/>
          <p:nvPr/>
        </p:nvSpPr>
        <p:spPr>
          <a:xfrm rot="10800000">
            <a:off x="9096672" y="3417472"/>
            <a:ext cx="418834" cy="179699"/>
          </a:xfrm>
          <a:prstGeom prst="rightArrow">
            <a:avLst/>
          </a:prstGeom>
          <a:solidFill>
            <a:schemeClr val="tx1"/>
          </a:solidFill>
          <a:ln w="38100">
            <a:noFill/>
            <a:miter lim="800000"/>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182880" tIns="182880" rIns="182880" bIns="182880" numCol="1" spcCol="0" rtlCol="0" fromWordArt="0" anchor="ctr" anchorCtr="0" forceAA="0" compatLnSpc="1">
            <a:prstTxWarp prst="textNoShape">
              <a:avLst/>
            </a:prstTxWarp>
            <a:noAutofit/>
          </a:bodyPr>
          <a:lstStyle/>
          <a:p>
            <a:pPr algn="l">
              <a:lnSpc>
                <a:spcPct val="90000"/>
              </a:lnSpc>
            </a:pPr>
            <a:endParaRPr lang="en-US">
              <a:solidFill>
                <a:schemeClr val="tx1"/>
              </a:solidFill>
            </a:endParaRPr>
          </a:p>
        </p:txBody>
      </p:sp>
      <p:sp>
        <p:nvSpPr>
          <p:cNvPr id="49" name="Arrow: Right 48">
            <a:extLst>
              <a:ext uri="{FF2B5EF4-FFF2-40B4-BE49-F238E27FC236}">
                <a16:creationId xmlns:a16="http://schemas.microsoft.com/office/drawing/2014/main" id="{53550A98-8969-3FA4-DC6A-6EC7720725B4}"/>
              </a:ext>
            </a:extLst>
          </p:cNvPr>
          <p:cNvSpPr/>
          <p:nvPr/>
        </p:nvSpPr>
        <p:spPr>
          <a:xfrm rot="10800000">
            <a:off x="9014067" y="5368163"/>
            <a:ext cx="418834" cy="179699"/>
          </a:xfrm>
          <a:prstGeom prst="rightArrow">
            <a:avLst/>
          </a:prstGeom>
          <a:solidFill>
            <a:schemeClr val="tx1"/>
          </a:solidFill>
          <a:ln w="38100">
            <a:noFill/>
            <a:miter lim="800000"/>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182880" tIns="182880" rIns="182880" bIns="182880" numCol="1" spcCol="0" rtlCol="0" fromWordArt="0" anchor="ctr" anchorCtr="0" forceAA="0" compatLnSpc="1">
            <a:prstTxWarp prst="textNoShape">
              <a:avLst/>
            </a:prstTxWarp>
            <a:noAutofit/>
          </a:bodyPr>
          <a:lstStyle/>
          <a:p>
            <a:pPr algn="l">
              <a:lnSpc>
                <a:spcPct val="90000"/>
              </a:lnSpc>
            </a:pPr>
            <a:endParaRPr lang="en-US">
              <a:solidFill>
                <a:schemeClr val="tx1"/>
              </a:solidFill>
            </a:endParaRPr>
          </a:p>
        </p:txBody>
      </p:sp>
    </p:spTree>
    <p:extLst>
      <p:ext uri="{BB962C8B-B14F-4D97-AF65-F5344CB8AC3E}">
        <p14:creationId xmlns:p14="http://schemas.microsoft.com/office/powerpoint/2010/main" val="8328133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1C8AE3-1575-D7FB-D1DD-2B01F13149D0}"/>
            </a:ext>
          </a:extLst>
        </p:cNvPr>
        <p:cNvGrpSpPr/>
        <p:nvPr/>
      </p:nvGrpSpPr>
      <p:grpSpPr>
        <a:xfrm>
          <a:off x="0" y="0"/>
          <a:ext cx="0" cy="0"/>
          <a:chOff x="0" y="0"/>
          <a:chExt cx="0" cy="0"/>
        </a:xfrm>
      </p:grpSpPr>
      <p:sp>
        <p:nvSpPr>
          <p:cNvPr id="45" name="Shape 1">
            <a:extLst>
              <a:ext uri="{FF2B5EF4-FFF2-40B4-BE49-F238E27FC236}">
                <a16:creationId xmlns:a16="http://schemas.microsoft.com/office/drawing/2014/main" id="{8AFA7AE5-1656-B9B9-4F71-27F48EF37F13}"/>
              </a:ext>
            </a:extLst>
          </p:cNvPr>
          <p:cNvSpPr/>
          <p:nvPr/>
        </p:nvSpPr>
        <p:spPr>
          <a:xfrm>
            <a:off x="286089" y="1541986"/>
            <a:ext cx="11018520" cy="18288"/>
          </a:xfrm>
          <a:prstGeom prst="rect">
            <a:avLst/>
          </a:prstGeom>
          <a:solidFill>
            <a:srgbClr val="DCE5EF"/>
          </a:solidFill>
          <a:ln w="12700">
            <a:solidFill>
              <a:srgbClr val="333333">
                <a:alpha val="0"/>
              </a:srgbClr>
            </a:solidFill>
            <a:prstDash val="solid"/>
          </a:ln>
        </p:spPr>
        <p:txBody>
          <a:bodyPr/>
          <a:lstStyle/>
          <a:p>
            <a:endParaRPr lang="en-US"/>
          </a:p>
        </p:txBody>
      </p:sp>
      <p:sp>
        <p:nvSpPr>
          <p:cNvPr id="47" name="Shape 4">
            <a:extLst>
              <a:ext uri="{FF2B5EF4-FFF2-40B4-BE49-F238E27FC236}">
                <a16:creationId xmlns:a16="http://schemas.microsoft.com/office/drawing/2014/main" id="{90C7DE8D-282E-CBA7-40BC-63CC6EA1C032}"/>
              </a:ext>
            </a:extLst>
          </p:cNvPr>
          <p:cNvSpPr/>
          <p:nvPr/>
        </p:nvSpPr>
        <p:spPr>
          <a:xfrm>
            <a:off x="2398353" y="4029154"/>
            <a:ext cx="155448" cy="274320"/>
          </a:xfrm>
          <a:prstGeom prst="rightArrow">
            <a:avLst/>
          </a:prstGeom>
          <a:solidFill>
            <a:srgbClr val="B7C2D4"/>
          </a:solidFill>
          <a:ln w="12700">
            <a:solidFill>
              <a:srgbClr val="B7C2D4">
                <a:alpha val="0"/>
              </a:srgbClr>
            </a:solidFill>
            <a:prstDash val="solid"/>
          </a:ln>
        </p:spPr>
        <p:txBody>
          <a:bodyPr/>
          <a:lstStyle/>
          <a:p>
            <a:endParaRPr lang="en-US"/>
          </a:p>
        </p:txBody>
      </p:sp>
      <p:sp>
        <p:nvSpPr>
          <p:cNvPr id="49" name="Shape 5">
            <a:extLst>
              <a:ext uri="{FF2B5EF4-FFF2-40B4-BE49-F238E27FC236}">
                <a16:creationId xmlns:a16="http://schemas.microsoft.com/office/drawing/2014/main" id="{DF24171B-7251-A202-1AA0-560F52F5A405}"/>
              </a:ext>
            </a:extLst>
          </p:cNvPr>
          <p:cNvSpPr/>
          <p:nvPr/>
        </p:nvSpPr>
        <p:spPr>
          <a:xfrm>
            <a:off x="4684353" y="4029154"/>
            <a:ext cx="155448" cy="274320"/>
          </a:xfrm>
          <a:prstGeom prst="rightArrow">
            <a:avLst/>
          </a:prstGeom>
          <a:solidFill>
            <a:srgbClr val="B7C2D4"/>
          </a:solidFill>
          <a:ln w="12700">
            <a:solidFill>
              <a:srgbClr val="B7C2D4">
                <a:alpha val="0"/>
              </a:srgbClr>
            </a:solidFill>
            <a:prstDash val="solid"/>
          </a:ln>
        </p:spPr>
        <p:txBody>
          <a:bodyPr/>
          <a:lstStyle/>
          <a:p>
            <a:endParaRPr lang="en-US"/>
          </a:p>
        </p:txBody>
      </p:sp>
      <p:sp>
        <p:nvSpPr>
          <p:cNvPr id="54" name="Shape 6">
            <a:extLst>
              <a:ext uri="{FF2B5EF4-FFF2-40B4-BE49-F238E27FC236}">
                <a16:creationId xmlns:a16="http://schemas.microsoft.com/office/drawing/2014/main" id="{88A24F81-E805-5AEB-171C-D6345D20EA16}"/>
              </a:ext>
            </a:extLst>
          </p:cNvPr>
          <p:cNvSpPr/>
          <p:nvPr/>
        </p:nvSpPr>
        <p:spPr>
          <a:xfrm>
            <a:off x="6970353" y="4029154"/>
            <a:ext cx="155448" cy="274320"/>
          </a:xfrm>
          <a:prstGeom prst="rightArrow">
            <a:avLst/>
          </a:prstGeom>
          <a:solidFill>
            <a:srgbClr val="B7C2D4"/>
          </a:solidFill>
          <a:ln w="12700">
            <a:solidFill>
              <a:srgbClr val="B7C2D4">
                <a:alpha val="0"/>
              </a:srgbClr>
            </a:solidFill>
            <a:prstDash val="solid"/>
          </a:ln>
        </p:spPr>
        <p:txBody>
          <a:bodyPr/>
          <a:lstStyle/>
          <a:p>
            <a:endParaRPr lang="en-US"/>
          </a:p>
        </p:txBody>
      </p:sp>
      <p:sp>
        <p:nvSpPr>
          <p:cNvPr id="56" name="Shape 7">
            <a:extLst>
              <a:ext uri="{FF2B5EF4-FFF2-40B4-BE49-F238E27FC236}">
                <a16:creationId xmlns:a16="http://schemas.microsoft.com/office/drawing/2014/main" id="{38D813CB-68A4-7E06-DDE2-024D1BB2AA97}"/>
              </a:ext>
            </a:extLst>
          </p:cNvPr>
          <p:cNvSpPr/>
          <p:nvPr/>
        </p:nvSpPr>
        <p:spPr>
          <a:xfrm>
            <a:off x="9256353" y="4029154"/>
            <a:ext cx="155448" cy="274320"/>
          </a:xfrm>
          <a:prstGeom prst="rightArrow">
            <a:avLst/>
          </a:prstGeom>
          <a:solidFill>
            <a:srgbClr val="B7C2D4"/>
          </a:solidFill>
          <a:ln w="12700">
            <a:solidFill>
              <a:srgbClr val="B7C2D4">
                <a:alpha val="0"/>
              </a:srgbClr>
            </a:solidFill>
            <a:prstDash val="solid"/>
          </a:ln>
        </p:spPr>
        <p:txBody>
          <a:bodyPr/>
          <a:lstStyle/>
          <a:p>
            <a:endParaRPr lang="en-US"/>
          </a:p>
        </p:txBody>
      </p:sp>
      <p:sp>
        <p:nvSpPr>
          <p:cNvPr id="58" name="Shape 8">
            <a:extLst>
              <a:ext uri="{FF2B5EF4-FFF2-40B4-BE49-F238E27FC236}">
                <a16:creationId xmlns:a16="http://schemas.microsoft.com/office/drawing/2014/main" id="{86BD0F3A-62F4-1E7E-563D-4B3F1D279064}"/>
              </a:ext>
            </a:extLst>
          </p:cNvPr>
          <p:cNvSpPr/>
          <p:nvPr/>
        </p:nvSpPr>
        <p:spPr>
          <a:xfrm>
            <a:off x="1058757" y="1706578"/>
            <a:ext cx="548640" cy="548640"/>
          </a:xfrm>
          <a:prstGeom prst="ellipse">
            <a:avLst/>
          </a:prstGeom>
          <a:solidFill>
            <a:srgbClr val="00A5B5"/>
          </a:solidFill>
          <a:ln w="19050">
            <a:solidFill>
              <a:srgbClr val="FFFFFF"/>
            </a:solidFill>
            <a:prstDash val="solid"/>
          </a:ln>
        </p:spPr>
        <p:txBody>
          <a:bodyPr/>
          <a:lstStyle/>
          <a:p>
            <a:endParaRPr lang="en-US"/>
          </a:p>
        </p:txBody>
      </p:sp>
      <p:sp>
        <p:nvSpPr>
          <p:cNvPr id="60" name="Text 9">
            <a:extLst>
              <a:ext uri="{FF2B5EF4-FFF2-40B4-BE49-F238E27FC236}">
                <a16:creationId xmlns:a16="http://schemas.microsoft.com/office/drawing/2014/main" id="{7C1C4F6B-0441-5FA5-1883-2B82255B3D60}"/>
              </a:ext>
            </a:extLst>
          </p:cNvPr>
          <p:cNvSpPr/>
          <p:nvPr/>
        </p:nvSpPr>
        <p:spPr>
          <a:xfrm>
            <a:off x="1058757" y="1807162"/>
            <a:ext cx="548640" cy="219456"/>
          </a:xfrm>
          <a:prstGeom prst="rect">
            <a:avLst/>
          </a:prstGeom>
          <a:noFill/>
          <a:ln/>
        </p:spPr>
        <p:txBody>
          <a:bodyPr wrap="square" lIns="0" tIns="0" rIns="0" bIns="0" rtlCol="0" anchor="ctr"/>
          <a:lstStyle/>
          <a:p>
            <a:pPr marL="0" indent="0" algn="ctr">
              <a:buNone/>
            </a:pPr>
            <a:r>
              <a:rPr lang="en-US" sz="1550" b="1">
                <a:solidFill>
                  <a:srgbClr val="FFFFFF"/>
                </a:solidFill>
                <a:ea typeface="Aptos Display" pitchFamily="34" charset="-122"/>
                <a:cs typeface="Aptos Display" pitchFamily="34" charset="-120"/>
              </a:rPr>
              <a:t>1</a:t>
            </a:r>
            <a:endParaRPr lang="en-US" sz="1550"/>
          </a:p>
        </p:txBody>
      </p:sp>
      <p:sp>
        <p:nvSpPr>
          <p:cNvPr id="70" name="Text 10">
            <a:extLst>
              <a:ext uri="{FF2B5EF4-FFF2-40B4-BE49-F238E27FC236}">
                <a16:creationId xmlns:a16="http://schemas.microsoft.com/office/drawing/2014/main" id="{CAAE8BF2-474A-6587-767C-A3F089C81FF4}"/>
              </a:ext>
            </a:extLst>
          </p:cNvPr>
          <p:cNvSpPr/>
          <p:nvPr/>
        </p:nvSpPr>
        <p:spPr>
          <a:xfrm>
            <a:off x="304377" y="2319226"/>
            <a:ext cx="2057400" cy="164592"/>
          </a:xfrm>
          <a:prstGeom prst="rect">
            <a:avLst/>
          </a:prstGeom>
          <a:noFill/>
          <a:ln/>
        </p:spPr>
        <p:txBody>
          <a:bodyPr wrap="square" lIns="0" tIns="0" rIns="0" bIns="0" rtlCol="0" anchor="ctr"/>
          <a:lstStyle/>
          <a:p>
            <a:pPr marL="0" indent="0" algn="ctr">
              <a:buNone/>
            </a:pPr>
            <a:r>
              <a:rPr lang="en-US" sz="1050" b="1">
                <a:solidFill>
                  <a:srgbClr val="00A5B5"/>
                </a:solidFill>
                <a:ea typeface="Aptos" pitchFamily="34" charset="-122"/>
                <a:cs typeface="Aptos" pitchFamily="34" charset="-120"/>
              </a:rPr>
              <a:t>Step 1</a:t>
            </a:r>
            <a:endParaRPr lang="en-US" sz="1050"/>
          </a:p>
        </p:txBody>
      </p:sp>
      <p:sp>
        <p:nvSpPr>
          <p:cNvPr id="74" name="Text 11">
            <a:extLst>
              <a:ext uri="{FF2B5EF4-FFF2-40B4-BE49-F238E27FC236}">
                <a16:creationId xmlns:a16="http://schemas.microsoft.com/office/drawing/2014/main" id="{C87B25E9-0DD5-B0FB-74EA-39298676DBC1}"/>
              </a:ext>
            </a:extLst>
          </p:cNvPr>
          <p:cNvSpPr/>
          <p:nvPr/>
        </p:nvSpPr>
        <p:spPr>
          <a:xfrm>
            <a:off x="331809" y="2511250"/>
            <a:ext cx="2002536" cy="457200"/>
          </a:xfrm>
          <a:prstGeom prst="rect">
            <a:avLst/>
          </a:prstGeom>
          <a:noFill/>
          <a:ln/>
        </p:spPr>
        <p:txBody>
          <a:bodyPr wrap="square" lIns="254" tIns="254" rIns="254" bIns="254" rtlCol="0" anchor="ctr">
            <a:normAutofit lnSpcReduction="10000"/>
          </a:bodyPr>
          <a:lstStyle/>
          <a:p>
            <a:pPr marL="0" indent="0" algn="ctr">
              <a:buNone/>
            </a:pPr>
            <a:r>
              <a:rPr lang="en-US" sz="1550" b="1">
                <a:solidFill>
                  <a:srgbClr val="12304A"/>
                </a:solidFill>
                <a:ea typeface="Aptos Display" pitchFamily="34" charset="-122"/>
                <a:cs typeface="Aptos Display" pitchFamily="34" charset="-120"/>
              </a:rPr>
              <a:t>Network Generation &amp; Import</a:t>
            </a:r>
            <a:endParaRPr lang="en-US" sz="1550"/>
          </a:p>
        </p:txBody>
      </p:sp>
      <p:sp>
        <p:nvSpPr>
          <p:cNvPr id="101" name="Shape 12">
            <a:extLst>
              <a:ext uri="{FF2B5EF4-FFF2-40B4-BE49-F238E27FC236}">
                <a16:creationId xmlns:a16="http://schemas.microsoft.com/office/drawing/2014/main" id="{281A72E6-AD88-53A5-D74C-104F6E67E3C0}"/>
              </a:ext>
            </a:extLst>
          </p:cNvPr>
          <p:cNvSpPr/>
          <p:nvPr/>
        </p:nvSpPr>
        <p:spPr>
          <a:xfrm>
            <a:off x="304377" y="3151330"/>
            <a:ext cx="2057400" cy="2029968"/>
          </a:xfrm>
          <a:prstGeom prst="roundRect">
            <a:avLst>
              <a:gd name="adj" fmla="val 5405"/>
            </a:avLst>
          </a:prstGeom>
          <a:solidFill>
            <a:srgbClr val="FFFFFF"/>
          </a:solidFill>
          <a:ln w="12700">
            <a:solidFill>
              <a:srgbClr val="D9E1EC"/>
            </a:solidFill>
            <a:prstDash val="solid"/>
          </a:ln>
        </p:spPr>
        <p:txBody>
          <a:bodyPr/>
          <a:lstStyle/>
          <a:p>
            <a:endParaRPr lang="en-US"/>
          </a:p>
        </p:txBody>
      </p:sp>
      <p:sp>
        <p:nvSpPr>
          <p:cNvPr id="106" name="Shape 13">
            <a:extLst>
              <a:ext uri="{FF2B5EF4-FFF2-40B4-BE49-F238E27FC236}">
                <a16:creationId xmlns:a16="http://schemas.microsoft.com/office/drawing/2014/main" id="{85760BB3-03FB-7F78-0FE6-4C7E80E7DDBB}"/>
              </a:ext>
            </a:extLst>
          </p:cNvPr>
          <p:cNvSpPr/>
          <p:nvPr/>
        </p:nvSpPr>
        <p:spPr>
          <a:xfrm>
            <a:off x="423249" y="3306778"/>
            <a:ext cx="1819656" cy="73152"/>
          </a:xfrm>
          <a:prstGeom prst="rect">
            <a:avLst/>
          </a:prstGeom>
          <a:solidFill>
            <a:srgbClr val="00A5B5"/>
          </a:solidFill>
          <a:ln w="12700">
            <a:solidFill>
              <a:srgbClr val="333333">
                <a:alpha val="0"/>
              </a:srgbClr>
            </a:solidFill>
            <a:prstDash val="solid"/>
          </a:ln>
        </p:spPr>
        <p:txBody>
          <a:bodyPr/>
          <a:lstStyle/>
          <a:p>
            <a:endParaRPr lang="en-US"/>
          </a:p>
        </p:txBody>
      </p:sp>
      <p:sp>
        <p:nvSpPr>
          <p:cNvPr id="109" name="Text 14">
            <a:extLst>
              <a:ext uri="{FF2B5EF4-FFF2-40B4-BE49-F238E27FC236}">
                <a16:creationId xmlns:a16="http://schemas.microsoft.com/office/drawing/2014/main" id="{6519D419-BEE4-581A-B437-0C6992AFDD99}"/>
              </a:ext>
            </a:extLst>
          </p:cNvPr>
          <p:cNvSpPr/>
          <p:nvPr/>
        </p:nvSpPr>
        <p:spPr>
          <a:xfrm>
            <a:off x="487257" y="3581098"/>
            <a:ext cx="1755648" cy="1271016"/>
          </a:xfrm>
          <a:prstGeom prst="rect">
            <a:avLst/>
          </a:prstGeom>
          <a:noFill/>
          <a:ln/>
        </p:spPr>
        <p:txBody>
          <a:bodyPr wrap="square" lIns="254" tIns="254" rIns="254" bIns="254" rtlCol="0" anchor="ctr">
            <a:normAutofit/>
          </a:bodyPr>
          <a:lstStyle/>
          <a:p>
            <a:pPr marL="0" indent="0">
              <a:buNone/>
            </a:pPr>
            <a:r>
              <a:rPr lang="en-US" sz="1300">
                <a:solidFill>
                  <a:srgbClr val="1F2937"/>
                </a:solidFill>
                <a:ea typeface="Aptos" pitchFamily="34" charset="-122"/>
                <a:cs typeface="Aptos" pitchFamily="34" charset="-120"/>
              </a:rPr>
              <a:t>Import an existing network or generate a network for the area of interest using OpenStreetMap data</a:t>
            </a:r>
            <a:endParaRPr lang="en-US" sz="1300"/>
          </a:p>
        </p:txBody>
      </p:sp>
      <p:sp>
        <p:nvSpPr>
          <p:cNvPr id="111" name="Shape 15">
            <a:extLst>
              <a:ext uri="{FF2B5EF4-FFF2-40B4-BE49-F238E27FC236}">
                <a16:creationId xmlns:a16="http://schemas.microsoft.com/office/drawing/2014/main" id="{A22055BA-AB7C-AB4A-B830-C40BF1766E9E}"/>
              </a:ext>
            </a:extLst>
          </p:cNvPr>
          <p:cNvSpPr/>
          <p:nvPr/>
        </p:nvSpPr>
        <p:spPr>
          <a:xfrm>
            <a:off x="423249" y="5016706"/>
            <a:ext cx="1819656" cy="36576"/>
          </a:xfrm>
          <a:prstGeom prst="rect">
            <a:avLst/>
          </a:prstGeom>
          <a:solidFill>
            <a:srgbClr val="E7FAFC"/>
          </a:solidFill>
          <a:ln w="12700">
            <a:solidFill>
              <a:srgbClr val="333333">
                <a:alpha val="0"/>
              </a:srgbClr>
            </a:solidFill>
            <a:prstDash val="solid"/>
          </a:ln>
        </p:spPr>
        <p:txBody>
          <a:bodyPr/>
          <a:lstStyle/>
          <a:p>
            <a:endParaRPr lang="en-US"/>
          </a:p>
        </p:txBody>
      </p:sp>
      <p:sp>
        <p:nvSpPr>
          <p:cNvPr id="113" name="Shape 16">
            <a:extLst>
              <a:ext uri="{FF2B5EF4-FFF2-40B4-BE49-F238E27FC236}">
                <a16:creationId xmlns:a16="http://schemas.microsoft.com/office/drawing/2014/main" id="{7CE433DF-5AE3-CE76-7AB8-AD0963E8069A}"/>
              </a:ext>
            </a:extLst>
          </p:cNvPr>
          <p:cNvSpPr/>
          <p:nvPr/>
        </p:nvSpPr>
        <p:spPr>
          <a:xfrm>
            <a:off x="3344757" y="1706578"/>
            <a:ext cx="548640" cy="548640"/>
          </a:xfrm>
          <a:prstGeom prst="ellipse">
            <a:avLst/>
          </a:prstGeom>
          <a:solidFill>
            <a:srgbClr val="2F80ED"/>
          </a:solidFill>
          <a:ln w="19050">
            <a:solidFill>
              <a:srgbClr val="FFFFFF"/>
            </a:solidFill>
            <a:prstDash val="solid"/>
          </a:ln>
        </p:spPr>
        <p:txBody>
          <a:bodyPr/>
          <a:lstStyle/>
          <a:p>
            <a:endParaRPr lang="en-US"/>
          </a:p>
        </p:txBody>
      </p:sp>
      <p:sp>
        <p:nvSpPr>
          <p:cNvPr id="115" name="Text 17">
            <a:extLst>
              <a:ext uri="{FF2B5EF4-FFF2-40B4-BE49-F238E27FC236}">
                <a16:creationId xmlns:a16="http://schemas.microsoft.com/office/drawing/2014/main" id="{80C4C1C3-73CF-0AAE-0BE8-69F5FB9968B7}"/>
              </a:ext>
            </a:extLst>
          </p:cNvPr>
          <p:cNvSpPr/>
          <p:nvPr/>
        </p:nvSpPr>
        <p:spPr>
          <a:xfrm>
            <a:off x="3344757" y="1807162"/>
            <a:ext cx="548640" cy="219456"/>
          </a:xfrm>
          <a:prstGeom prst="rect">
            <a:avLst/>
          </a:prstGeom>
          <a:noFill/>
          <a:ln/>
        </p:spPr>
        <p:txBody>
          <a:bodyPr wrap="square" lIns="0" tIns="0" rIns="0" bIns="0" rtlCol="0" anchor="ctr"/>
          <a:lstStyle/>
          <a:p>
            <a:pPr marL="0" indent="0" algn="ctr">
              <a:buNone/>
            </a:pPr>
            <a:r>
              <a:rPr lang="en-US" sz="1550" b="1">
                <a:solidFill>
                  <a:srgbClr val="FFFFFF"/>
                </a:solidFill>
                <a:ea typeface="Aptos Display" pitchFamily="34" charset="-122"/>
                <a:cs typeface="Aptos Display" pitchFamily="34" charset="-120"/>
              </a:rPr>
              <a:t>2</a:t>
            </a:r>
            <a:endParaRPr lang="en-US" sz="1550"/>
          </a:p>
        </p:txBody>
      </p:sp>
      <p:sp>
        <p:nvSpPr>
          <p:cNvPr id="117" name="Text 18">
            <a:extLst>
              <a:ext uri="{FF2B5EF4-FFF2-40B4-BE49-F238E27FC236}">
                <a16:creationId xmlns:a16="http://schemas.microsoft.com/office/drawing/2014/main" id="{C90E856B-B9DD-2C69-B0AD-7ED7088F2941}"/>
              </a:ext>
            </a:extLst>
          </p:cNvPr>
          <p:cNvSpPr/>
          <p:nvPr/>
        </p:nvSpPr>
        <p:spPr>
          <a:xfrm>
            <a:off x="2590377" y="2319226"/>
            <a:ext cx="2057400" cy="164592"/>
          </a:xfrm>
          <a:prstGeom prst="rect">
            <a:avLst/>
          </a:prstGeom>
          <a:noFill/>
          <a:ln/>
        </p:spPr>
        <p:txBody>
          <a:bodyPr wrap="square" lIns="0" tIns="0" rIns="0" bIns="0" rtlCol="0" anchor="ctr"/>
          <a:lstStyle/>
          <a:p>
            <a:pPr marL="0" indent="0" algn="ctr">
              <a:buNone/>
            </a:pPr>
            <a:r>
              <a:rPr lang="en-US" sz="1050" b="1">
                <a:solidFill>
                  <a:srgbClr val="2F80ED"/>
                </a:solidFill>
                <a:ea typeface="Aptos" pitchFamily="34" charset="-122"/>
                <a:cs typeface="Aptos" pitchFamily="34" charset="-120"/>
              </a:rPr>
              <a:t>Step 2</a:t>
            </a:r>
            <a:endParaRPr lang="en-US" sz="1050"/>
          </a:p>
        </p:txBody>
      </p:sp>
      <p:sp>
        <p:nvSpPr>
          <p:cNvPr id="119" name="Text 19">
            <a:extLst>
              <a:ext uri="{FF2B5EF4-FFF2-40B4-BE49-F238E27FC236}">
                <a16:creationId xmlns:a16="http://schemas.microsoft.com/office/drawing/2014/main" id="{7B861B53-7B1D-8232-2B71-A6AAC4620CB3}"/>
              </a:ext>
            </a:extLst>
          </p:cNvPr>
          <p:cNvSpPr/>
          <p:nvPr/>
        </p:nvSpPr>
        <p:spPr>
          <a:xfrm>
            <a:off x="2617809" y="2511250"/>
            <a:ext cx="2002536" cy="457200"/>
          </a:xfrm>
          <a:prstGeom prst="rect">
            <a:avLst/>
          </a:prstGeom>
          <a:noFill/>
          <a:ln/>
        </p:spPr>
        <p:txBody>
          <a:bodyPr wrap="square" lIns="254" tIns="254" rIns="254" bIns="254" rtlCol="0" anchor="ctr">
            <a:normAutofit lnSpcReduction="10000"/>
          </a:bodyPr>
          <a:lstStyle/>
          <a:p>
            <a:pPr marL="0" indent="0" algn="ctr">
              <a:buNone/>
            </a:pPr>
            <a:r>
              <a:rPr lang="en-US" sz="1550" b="1">
                <a:solidFill>
                  <a:srgbClr val="12304A"/>
                </a:solidFill>
                <a:ea typeface="Aptos Display" pitchFamily="34" charset="-122"/>
                <a:cs typeface="Aptos Display" pitchFamily="34" charset="-120"/>
              </a:rPr>
              <a:t>Matchup Table Generation</a:t>
            </a:r>
            <a:endParaRPr lang="en-US" sz="1550"/>
          </a:p>
        </p:txBody>
      </p:sp>
      <p:sp>
        <p:nvSpPr>
          <p:cNvPr id="121" name="Shape 20">
            <a:extLst>
              <a:ext uri="{FF2B5EF4-FFF2-40B4-BE49-F238E27FC236}">
                <a16:creationId xmlns:a16="http://schemas.microsoft.com/office/drawing/2014/main" id="{9ABD9EDE-8B51-6675-A22E-A4141CF73F32}"/>
              </a:ext>
            </a:extLst>
          </p:cNvPr>
          <p:cNvSpPr/>
          <p:nvPr/>
        </p:nvSpPr>
        <p:spPr>
          <a:xfrm>
            <a:off x="2590377" y="3151330"/>
            <a:ext cx="2057400" cy="2029968"/>
          </a:xfrm>
          <a:prstGeom prst="roundRect">
            <a:avLst>
              <a:gd name="adj" fmla="val 5405"/>
            </a:avLst>
          </a:prstGeom>
          <a:solidFill>
            <a:srgbClr val="FFFFFF"/>
          </a:solidFill>
          <a:ln w="12700">
            <a:solidFill>
              <a:srgbClr val="D9E1EC"/>
            </a:solidFill>
            <a:prstDash val="solid"/>
          </a:ln>
        </p:spPr>
        <p:txBody>
          <a:bodyPr/>
          <a:lstStyle/>
          <a:p>
            <a:endParaRPr lang="en-US"/>
          </a:p>
        </p:txBody>
      </p:sp>
      <p:sp>
        <p:nvSpPr>
          <p:cNvPr id="123" name="Shape 21">
            <a:extLst>
              <a:ext uri="{FF2B5EF4-FFF2-40B4-BE49-F238E27FC236}">
                <a16:creationId xmlns:a16="http://schemas.microsoft.com/office/drawing/2014/main" id="{4298725E-F33D-0201-4365-935C362C0BF7}"/>
              </a:ext>
            </a:extLst>
          </p:cNvPr>
          <p:cNvSpPr/>
          <p:nvPr/>
        </p:nvSpPr>
        <p:spPr>
          <a:xfrm>
            <a:off x="2709249" y="3306778"/>
            <a:ext cx="1819656" cy="73152"/>
          </a:xfrm>
          <a:prstGeom prst="rect">
            <a:avLst/>
          </a:prstGeom>
          <a:solidFill>
            <a:srgbClr val="2F80ED"/>
          </a:solidFill>
          <a:ln w="12700">
            <a:solidFill>
              <a:srgbClr val="333333">
                <a:alpha val="0"/>
              </a:srgbClr>
            </a:solidFill>
            <a:prstDash val="solid"/>
          </a:ln>
        </p:spPr>
        <p:txBody>
          <a:bodyPr/>
          <a:lstStyle/>
          <a:p>
            <a:endParaRPr lang="en-US"/>
          </a:p>
        </p:txBody>
      </p:sp>
      <p:sp>
        <p:nvSpPr>
          <p:cNvPr id="125" name="Text 22">
            <a:extLst>
              <a:ext uri="{FF2B5EF4-FFF2-40B4-BE49-F238E27FC236}">
                <a16:creationId xmlns:a16="http://schemas.microsoft.com/office/drawing/2014/main" id="{05CFEE71-F644-DE7C-2B6E-12351157C44F}"/>
              </a:ext>
            </a:extLst>
          </p:cNvPr>
          <p:cNvSpPr/>
          <p:nvPr/>
        </p:nvSpPr>
        <p:spPr>
          <a:xfrm>
            <a:off x="2773257" y="3581098"/>
            <a:ext cx="1755648" cy="1271016"/>
          </a:xfrm>
          <a:prstGeom prst="rect">
            <a:avLst/>
          </a:prstGeom>
          <a:noFill/>
          <a:ln/>
        </p:spPr>
        <p:txBody>
          <a:bodyPr wrap="square" lIns="254" tIns="254" rIns="254" bIns="254" rtlCol="0" anchor="ctr">
            <a:normAutofit/>
          </a:bodyPr>
          <a:lstStyle/>
          <a:p>
            <a:pPr marL="0" indent="0">
              <a:buNone/>
            </a:pPr>
            <a:r>
              <a:rPr lang="en-US" sz="1300">
                <a:solidFill>
                  <a:srgbClr val="1F2937"/>
                </a:solidFill>
                <a:ea typeface="Aptos" pitchFamily="34" charset="-122"/>
                <a:cs typeface="Aptos" pitchFamily="34" charset="-120"/>
              </a:rPr>
              <a:t>Generate mapping tables that align real-world network elements with their corresponding simulator object IDs</a:t>
            </a:r>
            <a:endParaRPr lang="en-US" sz="1300"/>
          </a:p>
        </p:txBody>
      </p:sp>
      <p:sp>
        <p:nvSpPr>
          <p:cNvPr id="127" name="Shape 23">
            <a:extLst>
              <a:ext uri="{FF2B5EF4-FFF2-40B4-BE49-F238E27FC236}">
                <a16:creationId xmlns:a16="http://schemas.microsoft.com/office/drawing/2014/main" id="{81F563D0-8160-49A1-7F0E-BA48279FE526}"/>
              </a:ext>
            </a:extLst>
          </p:cNvPr>
          <p:cNvSpPr/>
          <p:nvPr/>
        </p:nvSpPr>
        <p:spPr>
          <a:xfrm>
            <a:off x="2709249" y="5016706"/>
            <a:ext cx="1819656" cy="36576"/>
          </a:xfrm>
          <a:prstGeom prst="rect">
            <a:avLst/>
          </a:prstGeom>
          <a:solidFill>
            <a:srgbClr val="EAF2FF"/>
          </a:solidFill>
          <a:ln w="12700">
            <a:solidFill>
              <a:srgbClr val="333333">
                <a:alpha val="0"/>
              </a:srgbClr>
            </a:solidFill>
            <a:prstDash val="solid"/>
          </a:ln>
        </p:spPr>
        <p:txBody>
          <a:bodyPr/>
          <a:lstStyle/>
          <a:p>
            <a:endParaRPr lang="en-US"/>
          </a:p>
        </p:txBody>
      </p:sp>
      <p:sp>
        <p:nvSpPr>
          <p:cNvPr id="129" name="Shape 24">
            <a:extLst>
              <a:ext uri="{FF2B5EF4-FFF2-40B4-BE49-F238E27FC236}">
                <a16:creationId xmlns:a16="http://schemas.microsoft.com/office/drawing/2014/main" id="{B6A4D86D-C6DA-750C-2802-29B51D30759A}"/>
              </a:ext>
            </a:extLst>
          </p:cNvPr>
          <p:cNvSpPr/>
          <p:nvPr/>
        </p:nvSpPr>
        <p:spPr>
          <a:xfrm>
            <a:off x="5630757" y="1706578"/>
            <a:ext cx="548640" cy="548640"/>
          </a:xfrm>
          <a:prstGeom prst="ellipse">
            <a:avLst/>
          </a:prstGeom>
          <a:solidFill>
            <a:srgbClr val="8B5CF6"/>
          </a:solidFill>
          <a:ln w="19050">
            <a:solidFill>
              <a:srgbClr val="FFFFFF"/>
            </a:solidFill>
            <a:prstDash val="solid"/>
          </a:ln>
        </p:spPr>
        <p:txBody>
          <a:bodyPr/>
          <a:lstStyle/>
          <a:p>
            <a:endParaRPr lang="en-US"/>
          </a:p>
        </p:txBody>
      </p:sp>
      <p:sp>
        <p:nvSpPr>
          <p:cNvPr id="131" name="Text 25">
            <a:extLst>
              <a:ext uri="{FF2B5EF4-FFF2-40B4-BE49-F238E27FC236}">
                <a16:creationId xmlns:a16="http://schemas.microsoft.com/office/drawing/2014/main" id="{0FB0F645-CF60-BCA2-3565-E9BC6BF2DD10}"/>
              </a:ext>
            </a:extLst>
          </p:cNvPr>
          <p:cNvSpPr/>
          <p:nvPr/>
        </p:nvSpPr>
        <p:spPr>
          <a:xfrm>
            <a:off x="5630757" y="1807162"/>
            <a:ext cx="548640" cy="219456"/>
          </a:xfrm>
          <a:prstGeom prst="rect">
            <a:avLst/>
          </a:prstGeom>
          <a:noFill/>
          <a:ln/>
        </p:spPr>
        <p:txBody>
          <a:bodyPr wrap="square" lIns="0" tIns="0" rIns="0" bIns="0" rtlCol="0" anchor="ctr"/>
          <a:lstStyle/>
          <a:p>
            <a:pPr marL="0" indent="0" algn="ctr">
              <a:buNone/>
            </a:pPr>
            <a:r>
              <a:rPr lang="en-US" sz="1550" b="1">
                <a:solidFill>
                  <a:srgbClr val="FFFFFF"/>
                </a:solidFill>
                <a:ea typeface="Aptos Display" pitchFamily="34" charset="-122"/>
                <a:cs typeface="Aptos Display" pitchFamily="34" charset="-120"/>
              </a:rPr>
              <a:t>3</a:t>
            </a:r>
            <a:endParaRPr lang="en-US" sz="1550"/>
          </a:p>
        </p:txBody>
      </p:sp>
      <p:sp>
        <p:nvSpPr>
          <p:cNvPr id="133" name="Text 26">
            <a:extLst>
              <a:ext uri="{FF2B5EF4-FFF2-40B4-BE49-F238E27FC236}">
                <a16:creationId xmlns:a16="http://schemas.microsoft.com/office/drawing/2014/main" id="{299DBD33-A2E3-7BFF-8B91-798871236388}"/>
              </a:ext>
            </a:extLst>
          </p:cNvPr>
          <p:cNvSpPr/>
          <p:nvPr/>
        </p:nvSpPr>
        <p:spPr>
          <a:xfrm>
            <a:off x="4876377" y="2319226"/>
            <a:ext cx="2057400" cy="164592"/>
          </a:xfrm>
          <a:prstGeom prst="rect">
            <a:avLst/>
          </a:prstGeom>
          <a:noFill/>
          <a:ln/>
        </p:spPr>
        <p:txBody>
          <a:bodyPr wrap="square" lIns="0" tIns="0" rIns="0" bIns="0" rtlCol="0" anchor="ctr"/>
          <a:lstStyle/>
          <a:p>
            <a:pPr marL="0" indent="0" algn="ctr">
              <a:buNone/>
            </a:pPr>
            <a:r>
              <a:rPr lang="en-US" sz="1050" b="1">
                <a:solidFill>
                  <a:srgbClr val="8B5CF6"/>
                </a:solidFill>
                <a:ea typeface="Aptos" pitchFamily="34" charset="-122"/>
                <a:cs typeface="Aptos" pitchFamily="34" charset="-120"/>
              </a:rPr>
              <a:t>Step 3</a:t>
            </a:r>
            <a:endParaRPr lang="en-US" sz="1050"/>
          </a:p>
        </p:txBody>
      </p:sp>
      <p:sp>
        <p:nvSpPr>
          <p:cNvPr id="135" name="Text 27">
            <a:extLst>
              <a:ext uri="{FF2B5EF4-FFF2-40B4-BE49-F238E27FC236}">
                <a16:creationId xmlns:a16="http://schemas.microsoft.com/office/drawing/2014/main" id="{3A2E8E2B-1BAF-376B-AE9B-3C7019C82C41}"/>
              </a:ext>
            </a:extLst>
          </p:cNvPr>
          <p:cNvSpPr/>
          <p:nvPr/>
        </p:nvSpPr>
        <p:spPr>
          <a:xfrm>
            <a:off x="4903809" y="2511250"/>
            <a:ext cx="2002536" cy="457200"/>
          </a:xfrm>
          <a:prstGeom prst="rect">
            <a:avLst/>
          </a:prstGeom>
          <a:noFill/>
          <a:ln/>
        </p:spPr>
        <p:txBody>
          <a:bodyPr wrap="square" lIns="254" tIns="254" rIns="254" bIns="254" rtlCol="0" anchor="ctr">
            <a:normAutofit/>
          </a:bodyPr>
          <a:lstStyle/>
          <a:p>
            <a:pPr marL="0" indent="0" algn="ctr">
              <a:buNone/>
            </a:pPr>
            <a:r>
              <a:rPr lang="en-US" sz="1550" b="1">
                <a:solidFill>
                  <a:srgbClr val="12304A"/>
                </a:solidFill>
                <a:ea typeface="Aptos Display" pitchFamily="34" charset="-122"/>
                <a:cs typeface="Aptos Display" pitchFamily="34" charset="-120"/>
              </a:rPr>
              <a:t>Demand Import</a:t>
            </a:r>
            <a:endParaRPr lang="en-US" sz="1550"/>
          </a:p>
        </p:txBody>
      </p:sp>
      <p:sp>
        <p:nvSpPr>
          <p:cNvPr id="137" name="Shape 28">
            <a:extLst>
              <a:ext uri="{FF2B5EF4-FFF2-40B4-BE49-F238E27FC236}">
                <a16:creationId xmlns:a16="http://schemas.microsoft.com/office/drawing/2014/main" id="{A4640066-5E71-AFF4-EE2F-B20F7FC1BF7F}"/>
              </a:ext>
            </a:extLst>
          </p:cNvPr>
          <p:cNvSpPr/>
          <p:nvPr/>
        </p:nvSpPr>
        <p:spPr>
          <a:xfrm>
            <a:off x="4876377" y="3151330"/>
            <a:ext cx="2057400" cy="2029968"/>
          </a:xfrm>
          <a:prstGeom prst="roundRect">
            <a:avLst>
              <a:gd name="adj" fmla="val 5405"/>
            </a:avLst>
          </a:prstGeom>
          <a:solidFill>
            <a:srgbClr val="FFFFFF"/>
          </a:solidFill>
          <a:ln w="12700">
            <a:solidFill>
              <a:srgbClr val="D9E1EC"/>
            </a:solidFill>
            <a:prstDash val="solid"/>
          </a:ln>
        </p:spPr>
        <p:txBody>
          <a:bodyPr/>
          <a:lstStyle/>
          <a:p>
            <a:endParaRPr lang="en-US"/>
          </a:p>
        </p:txBody>
      </p:sp>
      <p:sp>
        <p:nvSpPr>
          <p:cNvPr id="139" name="Shape 29">
            <a:extLst>
              <a:ext uri="{FF2B5EF4-FFF2-40B4-BE49-F238E27FC236}">
                <a16:creationId xmlns:a16="http://schemas.microsoft.com/office/drawing/2014/main" id="{0864BE96-F05F-3A61-4338-75BB79268CB7}"/>
              </a:ext>
            </a:extLst>
          </p:cNvPr>
          <p:cNvSpPr/>
          <p:nvPr/>
        </p:nvSpPr>
        <p:spPr>
          <a:xfrm>
            <a:off x="4995249" y="3306778"/>
            <a:ext cx="1819656" cy="73152"/>
          </a:xfrm>
          <a:prstGeom prst="rect">
            <a:avLst/>
          </a:prstGeom>
          <a:solidFill>
            <a:srgbClr val="8B5CF6"/>
          </a:solidFill>
          <a:ln w="12700">
            <a:solidFill>
              <a:srgbClr val="333333">
                <a:alpha val="0"/>
              </a:srgbClr>
            </a:solidFill>
            <a:prstDash val="solid"/>
          </a:ln>
        </p:spPr>
        <p:txBody>
          <a:bodyPr/>
          <a:lstStyle/>
          <a:p>
            <a:endParaRPr lang="en-US"/>
          </a:p>
        </p:txBody>
      </p:sp>
      <p:sp>
        <p:nvSpPr>
          <p:cNvPr id="141" name="Text 30">
            <a:extLst>
              <a:ext uri="{FF2B5EF4-FFF2-40B4-BE49-F238E27FC236}">
                <a16:creationId xmlns:a16="http://schemas.microsoft.com/office/drawing/2014/main" id="{C2DA4BED-11AC-2980-11A2-954173671ED2}"/>
              </a:ext>
            </a:extLst>
          </p:cNvPr>
          <p:cNvSpPr/>
          <p:nvPr/>
        </p:nvSpPr>
        <p:spPr>
          <a:xfrm>
            <a:off x="5059257" y="3581098"/>
            <a:ext cx="1792224" cy="1271016"/>
          </a:xfrm>
          <a:prstGeom prst="rect">
            <a:avLst/>
          </a:prstGeom>
          <a:noFill/>
          <a:ln/>
        </p:spPr>
        <p:txBody>
          <a:bodyPr wrap="square" lIns="254" tIns="254" rIns="254" bIns="254" rtlCol="0" anchor="ctr">
            <a:normAutofit/>
          </a:bodyPr>
          <a:lstStyle/>
          <a:p>
            <a:pPr marL="0" indent="0">
              <a:buNone/>
            </a:pPr>
            <a:r>
              <a:rPr lang="en-US" sz="1300">
                <a:solidFill>
                  <a:srgbClr val="1F2937"/>
                </a:solidFill>
                <a:ea typeface="Aptos" pitchFamily="34" charset="-122"/>
                <a:cs typeface="Aptos" pitchFamily="34" charset="-120"/>
              </a:rPr>
              <a:t>Convert field traffic counts into simulator-ready demand inputs matched to the network</a:t>
            </a:r>
            <a:endParaRPr lang="en-US" sz="1300"/>
          </a:p>
        </p:txBody>
      </p:sp>
      <p:sp>
        <p:nvSpPr>
          <p:cNvPr id="143" name="Shape 31">
            <a:extLst>
              <a:ext uri="{FF2B5EF4-FFF2-40B4-BE49-F238E27FC236}">
                <a16:creationId xmlns:a16="http://schemas.microsoft.com/office/drawing/2014/main" id="{A4253D3C-E80A-0733-FF3B-5BB95A322C3D}"/>
              </a:ext>
            </a:extLst>
          </p:cNvPr>
          <p:cNvSpPr/>
          <p:nvPr/>
        </p:nvSpPr>
        <p:spPr>
          <a:xfrm>
            <a:off x="4995249" y="5016706"/>
            <a:ext cx="1819656" cy="36576"/>
          </a:xfrm>
          <a:prstGeom prst="rect">
            <a:avLst/>
          </a:prstGeom>
          <a:solidFill>
            <a:srgbClr val="F2ECFF"/>
          </a:solidFill>
          <a:ln w="12700">
            <a:solidFill>
              <a:srgbClr val="333333">
                <a:alpha val="0"/>
              </a:srgbClr>
            </a:solidFill>
            <a:prstDash val="solid"/>
          </a:ln>
        </p:spPr>
        <p:txBody>
          <a:bodyPr/>
          <a:lstStyle/>
          <a:p>
            <a:endParaRPr lang="en-US"/>
          </a:p>
        </p:txBody>
      </p:sp>
      <p:sp>
        <p:nvSpPr>
          <p:cNvPr id="145" name="Shape 32">
            <a:extLst>
              <a:ext uri="{FF2B5EF4-FFF2-40B4-BE49-F238E27FC236}">
                <a16:creationId xmlns:a16="http://schemas.microsoft.com/office/drawing/2014/main" id="{50E78008-0A1C-50F5-4B6E-A799B311A66C}"/>
              </a:ext>
            </a:extLst>
          </p:cNvPr>
          <p:cNvSpPr/>
          <p:nvPr/>
        </p:nvSpPr>
        <p:spPr>
          <a:xfrm>
            <a:off x="7916757" y="1706578"/>
            <a:ext cx="548640" cy="548640"/>
          </a:xfrm>
          <a:prstGeom prst="ellipse">
            <a:avLst/>
          </a:prstGeom>
          <a:solidFill>
            <a:srgbClr val="F59E0B"/>
          </a:solidFill>
          <a:ln w="19050">
            <a:solidFill>
              <a:srgbClr val="FFFFFF"/>
            </a:solidFill>
            <a:prstDash val="solid"/>
          </a:ln>
        </p:spPr>
        <p:txBody>
          <a:bodyPr/>
          <a:lstStyle/>
          <a:p>
            <a:endParaRPr lang="en-US"/>
          </a:p>
        </p:txBody>
      </p:sp>
      <p:sp>
        <p:nvSpPr>
          <p:cNvPr id="147" name="Text 33">
            <a:extLst>
              <a:ext uri="{FF2B5EF4-FFF2-40B4-BE49-F238E27FC236}">
                <a16:creationId xmlns:a16="http://schemas.microsoft.com/office/drawing/2014/main" id="{4CBEB992-3F9D-E9B7-DF01-B5662C6A9C73}"/>
              </a:ext>
            </a:extLst>
          </p:cNvPr>
          <p:cNvSpPr/>
          <p:nvPr/>
        </p:nvSpPr>
        <p:spPr>
          <a:xfrm>
            <a:off x="7916757" y="1807162"/>
            <a:ext cx="548640" cy="219456"/>
          </a:xfrm>
          <a:prstGeom prst="rect">
            <a:avLst/>
          </a:prstGeom>
          <a:noFill/>
          <a:ln/>
        </p:spPr>
        <p:txBody>
          <a:bodyPr wrap="square" lIns="0" tIns="0" rIns="0" bIns="0" rtlCol="0" anchor="ctr"/>
          <a:lstStyle/>
          <a:p>
            <a:pPr marL="0" indent="0" algn="ctr">
              <a:buNone/>
            </a:pPr>
            <a:r>
              <a:rPr lang="en-US" sz="1550" b="1">
                <a:solidFill>
                  <a:srgbClr val="FFFFFF"/>
                </a:solidFill>
                <a:ea typeface="Aptos Display" pitchFamily="34" charset="-122"/>
                <a:cs typeface="Aptos Display" pitchFamily="34" charset="-120"/>
              </a:rPr>
              <a:t>4</a:t>
            </a:r>
            <a:endParaRPr lang="en-US" sz="1550"/>
          </a:p>
        </p:txBody>
      </p:sp>
      <p:sp>
        <p:nvSpPr>
          <p:cNvPr id="149" name="Text 34">
            <a:extLst>
              <a:ext uri="{FF2B5EF4-FFF2-40B4-BE49-F238E27FC236}">
                <a16:creationId xmlns:a16="http://schemas.microsoft.com/office/drawing/2014/main" id="{C8DD19A6-CCE3-FACF-C815-36DA120C2FAA}"/>
              </a:ext>
            </a:extLst>
          </p:cNvPr>
          <p:cNvSpPr/>
          <p:nvPr/>
        </p:nvSpPr>
        <p:spPr>
          <a:xfrm>
            <a:off x="7162377" y="2319226"/>
            <a:ext cx="2057400" cy="164592"/>
          </a:xfrm>
          <a:prstGeom prst="rect">
            <a:avLst/>
          </a:prstGeom>
          <a:noFill/>
          <a:ln/>
        </p:spPr>
        <p:txBody>
          <a:bodyPr wrap="square" lIns="0" tIns="0" rIns="0" bIns="0" rtlCol="0" anchor="ctr"/>
          <a:lstStyle/>
          <a:p>
            <a:pPr marL="0" indent="0" algn="ctr">
              <a:buNone/>
            </a:pPr>
            <a:r>
              <a:rPr lang="en-US" sz="1050" b="1">
                <a:solidFill>
                  <a:srgbClr val="F59E0B"/>
                </a:solidFill>
                <a:ea typeface="Aptos" pitchFamily="34" charset="-122"/>
                <a:cs typeface="Aptos" pitchFamily="34" charset="-120"/>
              </a:rPr>
              <a:t>Step 4</a:t>
            </a:r>
            <a:endParaRPr lang="en-US" sz="1050"/>
          </a:p>
        </p:txBody>
      </p:sp>
      <p:sp>
        <p:nvSpPr>
          <p:cNvPr id="151" name="Text 35">
            <a:extLst>
              <a:ext uri="{FF2B5EF4-FFF2-40B4-BE49-F238E27FC236}">
                <a16:creationId xmlns:a16="http://schemas.microsoft.com/office/drawing/2014/main" id="{FC460401-46F9-59F2-A2C5-D9DC6045BBAD}"/>
              </a:ext>
            </a:extLst>
          </p:cNvPr>
          <p:cNvSpPr/>
          <p:nvPr/>
        </p:nvSpPr>
        <p:spPr>
          <a:xfrm>
            <a:off x="7189809" y="2511250"/>
            <a:ext cx="2002536" cy="457200"/>
          </a:xfrm>
          <a:prstGeom prst="rect">
            <a:avLst/>
          </a:prstGeom>
          <a:noFill/>
          <a:ln/>
        </p:spPr>
        <p:txBody>
          <a:bodyPr wrap="square" lIns="254" tIns="254" rIns="254" bIns="254" rtlCol="0" anchor="ctr">
            <a:normAutofit/>
          </a:bodyPr>
          <a:lstStyle/>
          <a:p>
            <a:pPr marL="0" indent="0" algn="ctr">
              <a:buNone/>
            </a:pPr>
            <a:r>
              <a:rPr lang="en-US" sz="1550" b="1">
                <a:solidFill>
                  <a:srgbClr val="12304A"/>
                </a:solidFill>
                <a:ea typeface="Aptos Display" pitchFamily="34" charset="-122"/>
                <a:cs typeface="Aptos Display" pitchFamily="34" charset="-120"/>
              </a:rPr>
              <a:t>Signal Import</a:t>
            </a:r>
            <a:endParaRPr lang="en-US" sz="1550"/>
          </a:p>
        </p:txBody>
      </p:sp>
      <p:sp>
        <p:nvSpPr>
          <p:cNvPr id="153" name="Shape 36">
            <a:extLst>
              <a:ext uri="{FF2B5EF4-FFF2-40B4-BE49-F238E27FC236}">
                <a16:creationId xmlns:a16="http://schemas.microsoft.com/office/drawing/2014/main" id="{DC110129-4A21-0A29-B17C-DD57621ED26C}"/>
              </a:ext>
            </a:extLst>
          </p:cNvPr>
          <p:cNvSpPr/>
          <p:nvPr/>
        </p:nvSpPr>
        <p:spPr>
          <a:xfrm>
            <a:off x="7162377" y="3151330"/>
            <a:ext cx="2057400" cy="2029968"/>
          </a:xfrm>
          <a:prstGeom prst="roundRect">
            <a:avLst>
              <a:gd name="adj" fmla="val 5405"/>
            </a:avLst>
          </a:prstGeom>
          <a:solidFill>
            <a:srgbClr val="FFFFFF"/>
          </a:solidFill>
          <a:ln w="12700">
            <a:solidFill>
              <a:srgbClr val="D9E1EC"/>
            </a:solidFill>
            <a:prstDash val="solid"/>
          </a:ln>
        </p:spPr>
        <p:txBody>
          <a:bodyPr/>
          <a:lstStyle/>
          <a:p>
            <a:endParaRPr lang="en-US"/>
          </a:p>
        </p:txBody>
      </p:sp>
      <p:sp>
        <p:nvSpPr>
          <p:cNvPr id="155" name="Shape 37">
            <a:extLst>
              <a:ext uri="{FF2B5EF4-FFF2-40B4-BE49-F238E27FC236}">
                <a16:creationId xmlns:a16="http://schemas.microsoft.com/office/drawing/2014/main" id="{9574BCFD-03F6-EF96-3FB5-3756102C658C}"/>
              </a:ext>
            </a:extLst>
          </p:cNvPr>
          <p:cNvSpPr/>
          <p:nvPr/>
        </p:nvSpPr>
        <p:spPr>
          <a:xfrm>
            <a:off x="7281249" y="3306778"/>
            <a:ext cx="1819656" cy="73152"/>
          </a:xfrm>
          <a:prstGeom prst="rect">
            <a:avLst/>
          </a:prstGeom>
          <a:solidFill>
            <a:srgbClr val="F59E0B"/>
          </a:solidFill>
          <a:ln w="12700">
            <a:solidFill>
              <a:srgbClr val="333333">
                <a:alpha val="0"/>
              </a:srgbClr>
            </a:solidFill>
            <a:prstDash val="solid"/>
          </a:ln>
        </p:spPr>
        <p:txBody>
          <a:bodyPr/>
          <a:lstStyle/>
          <a:p>
            <a:endParaRPr lang="en-US"/>
          </a:p>
        </p:txBody>
      </p:sp>
      <p:sp>
        <p:nvSpPr>
          <p:cNvPr id="157" name="Text 38">
            <a:extLst>
              <a:ext uri="{FF2B5EF4-FFF2-40B4-BE49-F238E27FC236}">
                <a16:creationId xmlns:a16="http://schemas.microsoft.com/office/drawing/2014/main" id="{FE1204BD-12C6-466E-C7BE-774FFCED17CD}"/>
              </a:ext>
            </a:extLst>
          </p:cNvPr>
          <p:cNvSpPr/>
          <p:nvPr/>
        </p:nvSpPr>
        <p:spPr>
          <a:xfrm>
            <a:off x="7345257" y="3581098"/>
            <a:ext cx="1792224" cy="1271016"/>
          </a:xfrm>
          <a:prstGeom prst="rect">
            <a:avLst/>
          </a:prstGeom>
          <a:noFill/>
          <a:ln/>
        </p:spPr>
        <p:txBody>
          <a:bodyPr wrap="square" lIns="254" tIns="254" rIns="254" bIns="254" rtlCol="0" anchor="ctr">
            <a:noAutofit/>
          </a:bodyPr>
          <a:lstStyle/>
          <a:p>
            <a:pPr marL="0" indent="0">
              <a:buNone/>
            </a:pPr>
            <a:r>
              <a:rPr lang="en-US" sz="1300">
                <a:solidFill>
                  <a:srgbClr val="1F2937"/>
                </a:solidFill>
                <a:ea typeface="Aptos" pitchFamily="34" charset="-122"/>
                <a:cs typeface="Aptos" pitchFamily="34" charset="-120"/>
              </a:rPr>
              <a:t>Import signal timing and control data, then automatically configure the corresponding signal plans in the traffic simulator</a:t>
            </a:r>
            <a:endParaRPr lang="en-US" sz="1300"/>
          </a:p>
        </p:txBody>
      </p:sp>
      <p:sp>
        <p:nvSpPr>
          <p:cNvPr id="159" name="Shape 39">
            <a:extLst>
              <a:ext uri="{FF2B5EF4-FFF2-40B4-BE49-F238E27FC236}">
                <a16:creationId xmlns:a16="http://schemas.microsoft.com/office/drawing/2014/main" id="{7FA4BB94-9950-6DB4-D165-4BD8F9B95F18}"/>
              </a:ext>
            </a:extLst>
          </p:cNvPr>
          <p:cNvSpPr/>
          <p:nvPr/>
        </p:nvSpPr>
        <p:spPr>
          <a:xfrm>
            <a:off x="7281249" y="5016706"/>
            <a:ext cx="1819656" cy="36576"/>
          </a:xfrm>
          <a:prstGeom prst="rect">
            <a:avLst/>
          </a:prstGeom>
          <a:solidFill>
            <a:srgbClr val="FFF5DE"/>
          </a:solidFill>
          <a:ln w="12700">
            <a:solidFill>
              <a:srgbClr val="333333">
                <a:alpha val="0"/>
              </a:srgbClr>
            </a:solidFill>
            <a:prstDash val="solid"/>
          </a:ln>
        </p:spPr>
        <p:txBody>
          <a:bodyPr/>
          <a:lstStyle/>
          <a:p>
            <a:endParaRPr lang="en-US"/>
          </a:p>
        </p:txBody>
      </p:sp>
      <p:sp>
        <p:nvSpPr>
          <p:cNvPr id="161" name="Shape 40">
            <a:extLst>
              <a:ext uri="{FF2B5EF4-FFF2-40B4-BE49-F238E27FC236}">
                <a16:creationId xmlns:a16="http://schemas.microsoft.com/office/drawing/2014/main" id="{9D99F42A-4B17-B182-E178-30939714C837}"/>
              </a:ext>
            </a:extLst>
          </p:cNvPr>
          <p:cNvSpPr/>
          <p:nvPr/>
        </p:nvSpPr>
        <p:spPr>
          <a:xfrm>
            <a:off x="10202757" y="1706578"/>
            <a:ext cx="548640" cy="548640"/>
          </a:xfrm>
          <a:prstGeom prst="ellipse">
            <a:avLst/>
          </a:prstGeom>
          <a:solidFill>
            <a:srgbClr val="20B486"/>
          </a:solidFill>
          <a:ln w="19050">
            <a:solidFill>
              <a:srgbClr val="FFFFFF"/>
            </a:solidFill>
            <a:prstDash val="solid"/>
          </a:ln>
        </p:spPr>
        <p:txBody>
          <a:bodyPr/>
          <a:lstStyle/>
          <a:p>
            <a:endParaRPr lang="en-US"/>
          </a:p>
        </p:txBody>
      </p:sp>
      <p:sp>
        <p:nvSpPr>
          <p:cNvPr id="163" name="Text 41">
            <a:extLst>
              <a:ext uri="{FF2B5EF4-FFF2-40B4-BE49-F238E27FC236}">
                <a16:creationId xmlns:a16="http://schemas.microsoft.com/office/drawing/2014/main" id="{8B6B201C-41AC-8B02-62C3-1C0186C8A749}"/>
              </a:ext>
            </a:extLst>
          </p:cNvPr>
          <p:cNvSpPr/>
          <p:nvPr/>
        </p:nvSpPr>
        <p:spPr>
          <a:xfrm>
            <a:off x="10202757" y="1807162"/>
            <a:ext cx="548640" cy="219456"/>
          </a:xfrm>
          <a:prstGeom prst="rect">
            <a:avLst/>
          </a:prstGeom>
          <a:noFill/>
          <a:ln/>
        </p:spPr>
        <p:txBody>
          <a:bodyPr wrap="square" lIns="0" tIns="0" rIns="0" bIns="0" rtlCol="0" anchor="ctr"/>
          <a:lstStyle/>
          <a:p>
            <a:pPr marL="0" indent="0" algn="ctr">
              <a:buNone/>
            </a:pPr>
            <a:r>
              <a:rPr lang="en-US" sz="1550" b="1">
                <a:solidFill>
                  <a:srgbClr val="FFFFFF"/>
                </a:solidFill>
                <a:ea typeface="Aptos Display" pitchFamily="34" charset="-122"/>
                <a:cs typeface="Aptos Display" pitchFamily="34" charset="-120"/>
              </a:rPr>
              <a:t>5</a:t>
            </a:r>
            <a:endParaRPr lang="en-US" sz="1550"/>
          </a:p>
        </p:txBody>
      </p:sp>
      <p:sp>
        <p:nvSpPr>
          <p:cNvPr id="165" name="Text 42">
            <a:extLst>
              <a:ext uri="{FF2B5EF4-FFF2-40B4-BE49-F238E27FC236}">
                <a16:creationId xmlns:a16="http://schemas.microsoft.com/office/drawing/2014/main" id="{C46C1876-A8E2-D403-C378-21E98FED7673}"/>
              </a:ext>
            </a:extLst>
          </p:cNvPr>
          <p:cNvSpPr/>
          <p:nvPr/>
        </p:nvSpPr>
        <p:spPr>
          <a:xfrm>
            <a:off x="9448377" y="2319226"/>
            <a:ext cx="2057400" cy="164592"/>
          </a:xfrm>
          <a:prstGeom prst="rect">
            <a:avLst/>
          </a:prstGeom>
          <a:noFill/>
          <a:ln/>
        </p:spPr>
        <p:txBody>
          <a:bodyPr wrap="square" lIns="0" tIns="0" rIns="0" bIns="0" rtlCol="0" anchor="ctr"/>
          <a:lstStyle/>
          <a:p>
            <a:pPr marL="0" indent="0" algn="ctr">
              <a:buNone/>
            </a:pPr>
            <a:r>
              <a:rPr lang="en-US" sz="1050" b="1">
                <a:solidFill>
                  <a:srgbClr val="20B486"/>
                </a:solidFill>
                <a:ea typeface="Aptos" pitchFamily="34" charset="-122"/>
                <a:cs typeface="Aptos" pitchFamily="34" charset="-120"/>
              </a:rPr>
              <a:t>Step 5</a:t>
            </a:r>
            <a:endParaRPr lang="en-US" sz="1050"/>
          </a:p>
        </p:txBody>
      </p:sp>
      <p:sp>
        <p:nvSpPr>
          <p:cNvPr id="167" name="Text 43">
            <a:extLst>
              <a:ext uri="{FF2B5EF4-FFF2-40B4-BE49-F238E27FC236}">
                <a16:creationId xmlns:a16="http://schemas.microsoft.com/office/drawing/2014/main" id="{C2FFCED3-7B16-BC07-9A65-4428C029A0CB}"/>
              </a:ext>
            </a:extLst>
          </p:cNvPr>
          <p:cNvSpPr/>
          <p:nvPr/>
        </p:nvSpPr>
        <p:spPr>
          <a:xfrm>
            <a:off x="9475809" y="2511250"/>
            <a:ext cx="2002536" cy="457200"/>
          </a:xfrm>
          <a:prstGeom prst="rect">
            <a:avLst/>
          </a:prstGeom>
          <a:noFill/>
          <a:ln/>
        </p:spPr>
        <p:txBody>
          <a:bodyPr wrap="square" lIns="254" tIns="254" rIns="254" bIns="254" rtlCol="0" anchor="ctr">
            <a:normAutofit lnSpcReduction="10000"/>
          </a:bodyPr>
          <a:lstStyle/>
          <a:p>
            <a:pPr marL="0" indent="0" algn="ctr">
              <a:buNone/>
            </a:pPr>
            <a:r>
              <a:rPr lang="en-US" sz="1550" b="1">
                <a:solidFill>
                  <a:srgbClr val="12304A"/>
                </a:solidFill>
                <a:ea typeface="Aptos Display" pitchFamily="34" charset="-122"/>
                <a:cs typeface="Aptos Display" pitchFamily="34" charset="-120"/>
              </a:rPr>
              <a:t>Simulation Generation and Calibration</a:t>
            </a:r>
            <a:endParaRPr lang="en-US" sz="1550"/>
          </a:p>
        </p:txBody>
      </p:sp>
      <p:sp>
        <p:nvSpPr>
          <p:cNvPr id="169" name="Shape 44">
            <a:extLst>
              <a:ext uri="{FF2B5EF4-FFF2-40B4-BE49-F238E27FC236}">
                <a16:creationId xmlns:a16="http://schemas.microsoft.com/office/drawing/2014/main" id="{F4F4B4D9-F7A8-89C8-DDE3-C27C56C9B7D7}"/>
              </a:ext>
            </a:extLst>
          </p:cNvPr>
          <p:cNvSpPr/>
          <p:nvPr/>
        </p:nvSpPr>
        <p:spPr>
          <a:xfrm>
            <a:off x="9448377" y="3151330"/>
            <a:ext cx="2057400" cy="2029968"/>
          </a:xfrm>
          <a:prstGeom prst="roundRect">
            <a:avLst>
              <a:gd name="adj" fmla="val 5405"/>
            </a:avLst>
          </a:prstGeom>
          <a:solidFill>
            <a:srgbClr val="FFFFFF"/>
          </a:solidFill>
          <a:ln w="12700">
            <a:solidFill>
              <a:srgbClr val="D9E1EC"/>
            </a:solidFill>
            <a:prstDash val="solid"/>
          </a:ln>
        </p:spPr>
        <p:txBody>
          <a:bodyPr/>
          <a:lstStyle/>
          <a:p>
            <a:endParaRPr lang="en-US"/>
          </a:p>
        </p:txBody>
      </p:sp>
      <p:sp>
        <p:nvSpPr>
          <p:cNvPr id="171" name="Shape 45">
            <a:extLst>
              <a:ext uri="{FF2B5EF4-FFF2-40B4-BE49-F238E27FC236}">
                <a16:creationId xmlns:a16="http://schemas.microsoft.com/office/drawing/2014/main" id="{A9C2DAC3-F802-EC2C-C5D9-DE9E6B286F33}"/>
              </a:ext>
            </a:extLst>
          </p:cNvPr>
          <p:cNvSpPr/>
          <p:nvPr/>
        </p:nvSpPr>
        <p:spPr>
          <a:xfrm>
            <a:off x="9567249" y="3306778"/>
            <a:ext cx="1819656" cy="73152"/>
          </a:xfrm>
          <a:prstGeom prst="rect">
            <a:avLst/>
          </a:prstGeom>
          <a:solidFill>
            <a:srgbClr val="20B486"/>
          </a:solidFill>
          <a:ln w="12700">
            <a:solidFill>
              <a:srgbClr val="333333">
                <a:alpha val="0"/>
              </a:srgbClr>
            </a:solidFill>
            <a:prstDash val="solid"/>
          </a:ln>
        </p:spPr>
        <p:txBody>
          <a:bodyPr/>
          <a:lstStyle/>
          <a:p>
            <a:endParaRPr lang="en-US"/>
          </a:p>
        </p:txBody>
      </p:sp>
      <p:sp>
        <p:nvSpPr>
          <p:cNvPr id="173" name="Text 46">
            <a:extLst>
              <a:ext uri="{FF2B5EF4-FFF2-40B4-BE49-F238E27FC236}">
                <a16:creationId xmlns:a16="http://schemas.microsoft.com/office/drawing/2014/main" id="{73E8CD8F-F34B-ED8A-2D5F-38D4B047437E}"/>
              </a:ext>
            </a:extLst>
          </p:cNvPr>
          <p:cNvSpPr/>
          <p:nvPr/>
        </p:nvSpPr>
        <p:spPr>
          <a:xfrm>
            <a:off x="9631257" y="3581098"/>
            <a:ext cx="1755648" cy="1271016"/>
          </a:xfrm>
          <a:prstGeom prst="rect">
            <a:avLst/>
          </a:prstGeom>
          <a:noFill/>
          <a:ln/>
        </p:spPr>
        <p:txBody>
          <a:bodyPr wrap="square" lIns="254" tIns="254" rIns="254" bIns="254" rtlCol="0" anchor="ctr">
            <a:noAutofit/>
          </a:bodyPr>
          <a:lstStyle/>
          <a:p>
            <a:pPr marL="0" indent="0">
              <a:buNone/>
            </a:pPr>
            <a:r>
              <a:rPr lang="en-US" sz="1300">
                <a:solidFill>
                  <a:srgbClr val="1F2937"/>
                </a:solidFill>
                <a:ea typeface="Aptos" pitchFamily="34" charset="-122"/>
                <a:cs typeface="Aptos" pitchFamily="34" charset="-120"/>
              </a:rPr>
              <a:t>Generate simulation scenarios and calibrate the model (e.g., demand and driving behavior) against field observations</a:t>
            </a:r>
            <a:endParaRPr lang="en-US" sz="1300"/>
          </a:p>
        </p:txBody>
      </p:sp>
      <p:sp>
        <p:nvSpPr>
          <p:cNvPr id="175" name="Shape 47">
            <a:extLst>
              <a:ext uri="{FF2B5EF4-FFF2-40B4-BE49-F238E27FC236}">
                <a16:creationId xmlns:a16="http://schemas.microsoft.com/office/drawing/2014/main" id="{C4AC1707-4ED9-96DC-BFC6-8E4B8D8CFA01}"/>
              </a:ext>
            </a:extLst>
          </p:cNvPr>
          <p:cNvSpPr/>
          <p:nvPr/>
        </p:nvSpPr>
        <p:spPr>
          <a:xfrm>
            <a:off x="9567249" y="5016706"/>
            <a:ext cx="1819656" cy="36576"/>
          </a:xfrm>
          <a:prstGeom prst="rect">
            <a:avLst/>
          </a:prstGeom>
          <a:solidFill>
            <a:srgbClr val="E8F8F2"/>
          </a:solidFill>
          <a:ln w="12700">
            <a:solidFill>
              <a:srgbClr val="333333">
                <a:alpha val="0"/>
              </a:srgbClr>
            </a:solidFill>
            <a:prstDash val="solid"/>
          </a:ln>
        </p:spPr>
        <p:txBody>
          <a:bodyPr/>
          <a:lstStyle/>
          <a:p>
            <a:endParaRPr lang="en-US"/>
          </a:p>
        </p:txBody>
      </p:sp>
      <p:sp>
        <p:nvSpPr>
          <p:cNvPr id="177" name="Shape 48">
            <a:extLst>
              <a:ext uri="{FF2B5EF4-FFF2-40B4-BE49-F238E27FC236}">
                <a16:creationId xmlns:a16="http://schemas.microsoft.com/office/drawing/2014/main" id="{AC0C1A66-0E2F-AFF8-7E81-80219E902B33}"/>
              </a:ext>
            </a:extLst>
          </p:cNvPr>
          <p:cNvSpPr/>
          <p:nvPr/>
        </p:nvSpPr>
        <p:spPr>
          <a:xfrm>
            <a:off x="1056403" y="5505910"/>
            <a:ext cx="10058400" cy="493776"/>
          </a:xfrm>
          <a:prstGeom prst="roundRect">
            <a:avLst>
              <a:gd name="adj" fmla="val 33333"/>
            </a:avLst>
          </a:prstGeom>
          <a:solidFill>
            <a:srgbClr val="12304A"/>
          </a:solidFill>
          <a:ln w="12700">
            <a:solidFill>
              <a:srgbClr val="12304A">
                <a:alpha val="0"/>
              </a:srgbClr>
            </a:solidFill>
            <a:prstDash val="solid"/>
          </a:ln>
        </p:spPr>
        <p:txBody>
          <a:bodyPr/>
          <a:lstStyle/>
          <a:p>
            <a:endParaRPr lang="en-US"/>
          </a:p>
        </p:txBody>
      </p:sp>
      <p:sp>
        <p:nvSpPr>
          <p:cNvPr id="179" name="Text 49">
            <a:extLst>
              <a:ext uri="{FF2B5EF4-FFF2-40B4-BE49-F238E27FC236}">
                <a16:creationId xmlns:a16="http://schemas.microsoft.com/office/drawing/2014/main" id="{D41E0B0B-DB09-FB70-6577-03979D7A4DF3}"/>
              </a:ext>
            </a:extLst>
          </p:cNvPr>
          <p:cNvSpPr/>
          <p:nvPr/>
        </p:nvSpPr>
        <p:spPr>
          <a:xfrm>
            <a:off x="1175275" y="5643070"/>
            <a:ext cx="9829800" cy="192024"/>
          </a:xfrm>
          <a:prstGeom prst="rect">
            <a:avLst/>
          </a:prstGeom>
          <a:noFill/>
          <a:ln/>
        </p:spPr>
        <p:txBody>
          <a:bodyPr wrap="square" lIns="0" tIns="0" rIns="0" bIns="0" rtlCol="0" anchor="ctr"/>
          <a:lstStyle/>
          <a:p>
            <a:pPr marL="0" indent="0" algn="ctr">
              <a:buNone/>
            </a:pPr>
            <a:r>
              <a:rPr lang="en-US" sz="1600" b="1">
                <a:solidFill>
                  <a:srgbClr val="FFFFFF"/>
                </a:solidFill>
                <a:latin typeface="Aptos" pitchFamily="34" charset="0"/>
                <a:ea typeface="Aptos" pitchFamily="34" charset="-122"/>
                <a:cs typeface="Aptos" pitchFamily="34" charset="-120"/>
              </a:rPr>
              <a:t>Output: calibrated traffic scenarios for SUMO / Aimsun / VISSIM</a:t>
            </a:r>
            <a:endParaRPr lang="en-US" sz="1600"/>
          </a:p>
        </p:txBody>
      </p:sp>
      <p:sp>
        <p:nvSpPr>
          <p:cNvPr id="181" name="TextBox 180">
            <a:extLst>
              <a:ext uri="{FF2B5EF4-FFF2-40B4-BE49-F238E27FC236}">
                <a16:creationId xmlns:a16="http://schemas.microsoft.com/office/drawing/2014/main" id="{6073B572-DA60-9BF6-F0EB-75C3B2193A00}"/>
              </a:ext>
            </a:extLst>
          </p:cNvPr>
          <p:cNvSpPr txBox="1"/>
          <p:nvPr/>
        </p:nvSpPr>
        <p:spPr>
          <a:xfrm>
            <a:off x="286089" y="993846"/>
            <a:ext cx="10452195" cy="369332"/>
          </a:xfrm>
          <a:prstGeom prst="rect">
            <a:avLst/>
          </a:prstGeom>
          <a:noFill/>
        </p:spPr>
        <p:txBody>
          <a:bodyPr wrap="square">
            <a:spAutoFit/>
          </a:bodyPr>
          <a:lstStyle/>
          <a:p>
            <a:pPr marR="0" lvl="0" algn="l" defTabSz="914400" rtl="0" eaLnBrk="1" fontAlgn="auto" latinLnBrk="0" hangingPunct="1">
              <a:lnSpc>
                <a:spcPct val="100000"/>
              </a:lnSpc>
              <a:spcBef>
                <a:spcPts val="0"/>
              </a:spcBef>
              <a:spcAft>
                <a:spcPts val="1200"/>
              </a:spcAft>
              <a:buClrTx/>
              <a:buSzTx/>
              <a:tabLst/>
              <a:defRPr/>
            </a:pPr>
            <a:r>
              <a:rPr kumimoji="0" lang="en-US" sz="1800" b="1" i="0" u="none" strike="noStrike" kern="1200" cap="none" spc="0" normalizeH="0" baseline="0" noProof="0">
                <a:ln>
                  <a:noFill/>
                </a:ln>
                <a:solidFill>
                  <a:srgbClr val="00454D"/>
                </a:solidFill>
                <a:effectLst/>
                <a:uLnTx/>
                <a:uFillTx/>
                <a:latin typeface="Roboto"/>
                <a:ea typeface="+mn-ea"/>
                <a:cs typeface="+mn-cs"/>
              </a:rPr>
              <a:t>Real-Twin Automation Workflow Overview </a:t>
            </a:r>
          </a:p>
        </p:txBody>
      </p:sp>
      <p:sp>
        <p:nvSpPr>
          <p:cNvPr id="182" name="Title 1">
            <a:extLst>
              <a:ext uri="{FF2B5EF4-FFF2-40B4-BE49-F238E27FC236}">
                <a16:creationId xmlns:a16="http://schemas.microsoft.com/office/drawing/2014/main" id="{8BE06D73-C342-5F69-6585-7C899B44F8C8}"/>
              </a:ext>
            </a:extLst>
          </p:cNvPr>
          <p:cNvSpPr>
            <a:spLocks noGrp="1"/>
          </p:cNvSpPr>
          <p:nvPr>
            <p:ph type="title"/>
          </p:nvPr>
        </p:nvSpPr>
        <p:spPr>
          <a:xfrm>
            <a:off x="314692" y="365125"/>
            <a:ext cx="11492432" cy="483961"/>
          </a:xfrm>
        </p:spPr>
        <p:txBody>
          <a:bodyPr/>
          <a:lstStyle/>
          <a:p>
            <a:r>
              <a:rPr lang="en-US"/>
              <a:t>Real-Twin Automation Workflow for VISSIM </a:t>
            </a:r>
          </a:p>
        </p:txBody>
      </p:sp>
    </p:spTree>
    <p:extLst>
      <p:ext uri="{BB962C8B-B14F-4D97-AF65-F5344CB8AC3E}">
        <p14:creationId xmlns:p14="http://schemas.microsoft.com/office/powerpoint/2010/main" val="5870529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213BA7-2D98-B968-AC3B-D139253E96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0013E3-F8F9-9BF4-3B67-11E76BB98CDC}"/>
              </a:ext>
            </a:extLst>
          </p:cNvPr>
          <p:cNvSpPr>
            <a:spLocks noGrp="1"/>
          </p:cNvSpPr>
          <p:nvPr>
            <p:ph type="title"/>
          </p:nvPr>
        </p:nvSpPr>
        <p:spPr>
          <a:xfrm>
            <a:off x="314692" y="365125"/>
            <a:ext cx="11492432" cy="483961"/>
          </a:xfrm>
        </p:spPr>
        <p:txBody>
          <a:bodyPr/>
          <a:lstStyle/>
          <a:p>
            <a:r>
              <a:rPr lang="en-US"/>
              <a:t>Next Steps</a:t>
            </a:r>
          </a:p>
        </p:txBody>
      </p:sp>
      <p:sp>
        <p:nvSpPr>
          <p:cNvPr id="3" name="TextBox 2">
            <a:extLst>
              <a:ext uri="{FF2B5EF4-FFF2-40B4-BE49-F238E27FC236}">
                <a16:creationId xmlns:a16="http://schemas.microsoft.com/office/drawing/2014/main" id="{2910FA39-2770-3871-CBF9-3AB72EFA3CFE}"/>
              </a:ext>
            </a:extLst>
          </p:cNvPr>
          <p:cNvSpPr txBox="1"/>
          <p:nvPr/>
        </p:nvSpPr>
        <p:spPr>
          <a:xfrm>
            <a:off x="446239" y="1597674"/>
            <a:ext cx="11360885" cy="2246769"/>
          </a:xfrm>
          <a:prstGeom prst="rect">
            <a:avLst/>
          </a:prstGeom>
          <a:noFill/>
        </p:spPr>
        <p:txBody>
          <a:bodyPr wrap="square">
            <a:spAutoFit/>
          </a:bodyPr>
          <a:lstStyle/>
          <a:p>
            <a:pPr marL="285750" indent="-285750">
              <a:spcAft>
                <a:spcPts val="1200"/>
              </a:spcAft>
              <a:buFont typeface="Arial" panose="020B0604020202020204" pitchFamily="34" charset="0"/>
              <a:buChar char="•"/>
            </a:pPr>
            <a:r>
              <a:rPr lang="en-US" sz="2000">
                <a:latin typeface="Aptos" panose="020B0004020202020204" pitchFamily="34" charset="0"/>
              </a:rPr>
              <a:t>Complete the development of automation functions for VISSIM in the Real-Twin tool.</a:t>
            </a:r>
          </a:p>
          <a:p>
            <a:pPr marL="742950" lvl="1" indent="-285750">
              <a:spcAft>
                <a:spcPts val="1200"/>
              </a:spcAft>
              <a:buFont typeface="Arial" panose="020B0604020202020204" pitchFamily="34" charset="0"/>
              <a:buChar char="•"/>
            </a:pPr>
            <a:r>
              <a:rPr lang="en-US" sz="2000" err="1">
                <a:latin typeface="Aptos" panose="020B0004020202020204" pitchFamily="34" charset="0"/>
              </a:rPr>
              <a:t>Vissim</a:t>
            </a:r>
            <a:r>
              <a:rPr lang="en-US" sz="2000">
                <a:latin typeface="Aptos" panose="020B0004020202020204" pitchFamily="34" charset="0"/>
              </a:rPr>
              <a:t> license access was confirmed, and the purchase order was processed late July.</a:t>
            </a:r>
          </a:p>
          <a:p>
            <a:pPr marL="742950" lvl="1" indent="-285750">
              <a:spcAft>
                <a:spcPts val="1200"/>
              </a:spcAft>
              <a:buFont typeface="Arial" panose="020B0604020202020204" pitchFamily="34" charset="0"/>
              <a:buChar char="•"/>
            </a:pPr>
            <a:r>
              <a:rPr lang="en-US" sz="2000">
                <a:latin typeface="Aptos" panose="020B0004020202020204" pitchFamily="34" charset="0"/>
              </a:rPr>
              <a:t>Development of VISSIM-specific automation functions on track to complete by end of August.</a:t>
            </a:r>
          </a:p>
          <a:p>
            <a:pPr marL="285750" indent="-285750">
              <a:spcAft>
                <a:spcPts val="1200"/>
              </a:spcAft>
              <a:buFont typeface="Arial" panose="020B0604020202020204" pitchFamily="34" charset="0"/>
              <a:buChar char="•"/>
            </a:pPr>
            <a:r>
              <a:rPr lang="en-US" sz="2000">
                <a:latin typeface="Aptos" panose="020B0004020202020204" pitchFamily="34" charset="0"/>
              </a:rPr>
              <a:t>Integrate </a:t>
            </a:r>
            <a:r>
              <a:rPr lang="en-US" sz="2000" err="1">
                <a:latin typeface="Aptos" panose="020B0004020202020204" pitchFamily="34" charset="0"/>
              </a:rPr>
              <a:t>Aimsun</a:t>
            </a:r>
            <a:r>
              <a:rPr lang="en-US" sz="2000">
                <a:latin typeface="Aptos" panose="020B0004020202020204" pitchFamily="34" charset="0"/>
              </a:rPr>
              <a:t> and VISSIM automation functions into the Real-Twin tool.</a:t>
            </a:r>
          </a:p>
          <a:p>
            <a:pPr marL="285750" indent="-285750">
              <a:spcAft>
                <a:spcPts val="1200"/>
              </a:spcAft>
              <a:buFont typeface="Arial" panose="020B0604020202020204" pitchFamily="34" charset="0"/>
              <a:buChar char="•"/>
            </a:pPr>
            <a:r>
              <a:rPr lang="en-US" sz="2000">
                <a:latin typeface="Aptos" panose="020B0004020202020204" pitchFamily="34" charset="0"/>
              </a:rPr>
              <a:t>Release a new Real-Twin version on GitHub/GitLab.</a:t>
            </a:r>
          </a:p>
        </p:txBody>
      </p:sp>
    </p:spTree>
    <p:extLst>
      <p:ext uri="{BB962C8B-B14F-4D97-AF65-F5344CB8AC3E}">
        <p14:creationId xmlns:p14="http://schemas.microsoft.com/office/powerpoint/2010/main" val="6607503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222358-336A-F1B9-2E7E-41EACDD72BC2}"/>
              </a:ext>
            </a:extLst>
          </p:cNvPr>
          <p:cNvSpPr>
            <a:spLocks noGrp="1"/>
          </p:cNvSpPr>
          <p:nvPr>
            <p:ph type="title"/>
          </p:nvPr>
        </p:nvSpPr>
        <p:spPr/>
        <p:txBody>
          <a:bodyPr/>
          <a:lstStyle/>
          <a:p>
            <a:r>
              <a:rPr lang="en-US"/>
              <a:t>Other Updates</a:t>
            </a:r>
          </a:p>
        </p:txBody>
      </p:sp>
      <p:sp>
        <p:nvSpPr>
          <p:cNvPr id="4" name="TextBox 3">
            <a:extLst>
              <a:ext uri="{FF2B5EF4-FFF2-40B4-BE49-F238E27FC236}">
                <a16:creationId xmlns:a16="http://schemas.microsoft.com/office/drawing/2014/main" id="{5C1EFFB4-3836-FA7F-A8AA-DB830A5B1A62}"/>
              </a:ext>
            </a:extLst>
          </p:cNvPr>
          <p:cNvSpPr txBox="1"/>
          <p:nvPr/>
        </p:nvSpPr>
        <p:spPr>
          <a:xfrm>
            <a:off x="384876" y="1251522"/>
            <a:ext cx="11422248" cy="3323987"/>
          </a:xfrm>
          <a:prstGeom prst="rect">
            <a:avLst/>
          </a:prstGeom>
          <a:noFill/>
        </p:spPr>
        <p:txBody>
          <a:bodyPr wrap="square" rtlCol="0">
            <a:spAutoFit/>
          </a:bodyPr>
          <a:lstStyle/>
          <a:p>
            <a:pPr marL="342900" indent="-342900">
              <a:spcAft>
                <a:spcPts val="1200"/>
              </a:spcAft>
              <a:buFont typeface="Arial" panose="020B0604020202020204" pitchFamily="34" charset="0"/>
              <a:buChar char="•"/>
            </a:pPr>
            <a:r>
              <a:rPr lang="en-US" sz="2000">
                <a:latin typeface="Aptos" panose="020B0004020202020204" pitchFamily="34" charset="0"/>
              </a:rPr>
              <a:t>Presented 5 posters at ASCE ICTD; 2 papers from this published. </a:t>
            </a:r>
          </a:p>
          <a:p>
            <a:pPr>
              <a:spcAft>
                <a:spcPts val="1200"/>
              </a:spcAft>
            </a:pPr>
            <a:endParaRPr lang="en-US" sz="2000">
              <a:latin typeface="Aptos" panose="020B0004020202020204" pitchFamily="34" charset="0"/>
            </a:endParaRPr>
          </a:p>
          <a:p>
            <a:pPr marL="342900" indent="-342900">
              <a:spcAft>
                <a:spcPts val="1200"/>
              </a:spcAft>
              <a:buFont typeface="Arial" panose="020B0604020202020204" pitchFamily="34" charset="0"/>
              <a:buChar char="•"/>
            </a:pPr>
            <a:r>
              <a:rPr lang="en-US" sz="2000">
                <a:latin typeface="Aptos" panose="020B0004020202020204" pitchFamily="34" charset="0"/>
              </a:rPr>
              <a:t>Submitted 3 papers for 2027 TRB Annual Meeting:</a:t>
            </a:r>
          </a:p>
          <a:p>
            <a:pPr marL="800100" lvl="1" indent="-342900">
              <a:spcAft>
                <a:spcPts val="1200"/>
              </a:spcAft>
              <a:buFont typeface="Arial" panose="020B0604020202020204" pitchFamily="34" charset="0"/>
              <a:buChar char="•"/>
            </a:pPr>
            <a:r>
              <a:rPr lang="en-US" sz="2000">
                <a:latin typeface="Aptos" panose="020B0004020202020204" pitchFamily="34" charset="0"/>
              </a:rPr>
              <a:t>“</a:t>
            </a:r>
            <a:r>
              <a:rPr lang="en-US" sz="2000" err="1">
                <a:latin typeface="Aptos" panose="020B0004020202020204" pitchFamily="34" charset="0"/>
              </a:rPr>
              <a:t>LaneTop</a:t>
            </a:r>
            <a:r>
              <a:rPr lang="en-US" sz="2000">
                <a:latin typeface="Aptos" panose="020B0004020202020204" pitchFamily="34" charset="0"/>
              </a:rPr>
              <a:t>: Agentic Vision-Language Extraction of Lane-Level Intersection Topology”</a:t>
            </a:r>
          </a:p>
          <a:p>
            <a:pPr marL="800100" lvl="1" indent="-342900">
              <a:spcAft>
                <a:spcPts val="1200"/>
              </a:spcAft>
              <a:buFont typeface="Arial" panose="020B0604020202020204" pitchFamily="34" charset="0"/>
              <a:buChar char="•"/>
            </a:pPr>
            <a:r>
              <a:rPr lang="en-US" sz="2000">
                <a:latin typeface="Aptos" panose="020B0004020202020204" pitchFamily="34" charset="0"/>
              </a:rPr>
              <a:t>“Evaluating Agentic Artificial Intelligence in Transportation: A Multidimensional Framework and Reproducible Benchmark for AI-Assisted Traffic Simulation”</a:t>
            </a:r>
          </a:p>
          <a:p>
            <a:pPr marL="800100" lvl="1" indent="-342900">
              <a:spcAft>
                <a:spcPts val="1200"/>
              </a:spcAft>
              <a:buFont typeface="Arial" panose="020B0604020202020204" pitchFamily="34" charset="0"/>
              <a:buChar char="•"/>
            </a:pPr>
            <a:r>
              <a:rPr lang="en-US" sz="2000">
                <a:latin typeface="Aptos" panose="020B0004020202020204" pitchFamily="34" charset="0"/>
              </a:rPr>
              <a:t>“Control-Aware Capacity-Constrained Route-Flow Estimation for Microscopic Traffic Simulation”</a:t>
            </a:r>
          </a:p>
        </p:txBody>
      </p:sp>
    </p:spTree>
    <p:extLst>
      <p:ext uri="{BB962C8B-B14F-4D97-AF65-F5344CB8AC3E}">
        <p14:creationId xmlns:p14="http://schemas.microsoft.com/office/powerpoint/2010/main" val="37665183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92A9CF-8994-3102-99E7-A27D917D5821}"/>
              </a:ext>
            </a:extLst>
          </p:cNvPr>
          <p:cNvSpPr>
            <a:spLocks noGrp="1"/>
          </p:cNvSpPr>
          <p:nvPr>
            <p:ph type="title"/>
          </p:nvPr>
        </p:nvSpPr>
        <p:spPr/>
        <p:txBody>
          <a:bodyPr/>
          <a:lstStyle/>
          <a:p>
            <a:r>
              <a:rPr lang="en-US"/>
              <a:t>Next Milestone</a:t>
            </a:r>
          </a:p>
        </p:txBody>
      </p:sp>
      <p:graphicFrame>
        <p:nvGraphicFramePr>
          <p:cNvPr id="3" name="Content Placeholder 6">
            <a:extLst>
              <a:ext uri="{FF2B5EF4-FFF2-40B4-BE49-F238E27FC236}">
                <a16:creationId xmlns:a16="http://schemas.microsoft.com/office/drawing/2014/main" id="{DF411932-884F-BDDB-7494-56DA8C716D44}"/>
              </a:ext>
            </a:extLst>
          </p:cNvPr>
          <p:cNvGraphicFramePr>
            <a:graphicFrameLocks/>
          </p:cNvGraphicFramePr>
          <p:nvPr>
            <p:extLst>
              <p:ext uri="{D42A27DB-BD31-4B8C-83A1-F6EECF244321}">
                <p14:modId xmlns:p14="http://schemas.microsoft.com/office/powerpoint/2010/main" val="3731002792"/>
              </p:ext>
            </p:extLst>
          </p:nvPr>
        </p:nvGraphicFramePr>
        <p:xfrm>
          <a:off x="467337" y="1123483"/>
          <a:ext cx="10855319" cy="4384943"/>
        </p:xfrm>
        <a:graphic>
          <a:graphicData uri="http://schemas.openxmlformats.org/drawingml/2006/table">
            <a:tbl>
              <a:tblPr firstRow="1">
                <a:tableStyleId>{21E4AEA4-8DFA-4A89-87EB-49C32662AFE0}</a:tableStyleId>
              </a:tblPr>
              <a:tblGrid>
                <a:gridCol w="4343202">
                  <a:extLst>
                    <a:ext uri="{9D8B030D-6E8A-4147-A177-3AD203B41FA5}">
                      <a16:colId xmlns:a16="http://schemas.microsoft.com/office/drawing/2014/main" val="4087491247"/>
                    </a:ext>
                  </a:extLst>
                </a:gridCol>
                <a:gridCol w="3783720">
                  <a:extLst>
                    <a:ext uri="{9D8B030D-6E8A-4147-A177-3AD203B41FA5}">
                      <a16:colId xmlns:a16="http://schemas.microsoft.com/office/drawing/2014/main" val="1836666115"/>
                    </a:ext>
                  </a:extLst>
                </a:gridCol>
                <a:gridCol w="1393490">
                  <a:extLst>
                    <a:ext uri="{9D8B030D-6E8A-4147-A177-3AD203B41FA5}">
                      <a16:colId xmlns:a16="http://schemas.microsoft.com/office/drawing/2014/main" val="81719192"/>
                    </a:ext>
                  </a:extLst>
                </a:gridCol>
                <a:gridCol w="1334907">
                  <a:extLst>
                    <a:ext uri="{9D8B030D-6E8A-4147-A177-3AD203B41FA5}">
                      <a16:colId xmlns:a16="http://schemas.microsoft.com/office/drawing/2014/main" val="3811349088"/>
                    </a:ext>
                  </a:extLst>
                </a:gridCol>
              </a:tblGrid>
              <a:tr h="445496">
                <a:tc>
                  <a:txBody>
                    <a:bodyPr/>
                    <a:lstStyle/>
                    <a:p>
                      <a:pPr marL="0" marR="0" algn="ctr">
                        <a:spcBef>
                          <a:spcPts val="0"/>
                        </a:spcBef>
                        <a:spcAft>
                          <a:spcPts val="600"/>
                        </a:spcAft>
                      </a:pPr>
                      <a:r>
                        <a:rPr lang="en-US" sz="1600">
                          <a:effectLst/>
                          <a:latin typeface="Aptos" panose="020B0004020202020204" pitchFamily="34" charset="0"/>
                        </a:rPr>
                        <a:t>Milestone Name/Description*</a:t>
                      </a:r>
                      <a:endParaRPr lang="en-US" sz="1600">
                        <a:effectLst/>
                        <a:latin typeface="Aptos" panose="020B0004020202020204" pitchFamily="34" charset="0"/>
                        <a:ea typeface="Calibri" panose="020F0502020204030204" pitchFamily="34" charset="0"/>
                        <a:cs typeface="Times New Roman" panose="02020603050405020304" pitchFamily="18" charset="0"/>
                      </a:endParaRPr>
                    </a:p>
                  </a:txBody>
                  <a:tcPr marL="38100" marR="38100" marT="38100" marB="38100" anchor="ctr"/>
                </a:tc>
                <a:tc>
                  <a:txBody>
                    <a:bodyPr/>
                    <a:lstStyle/>
                    <a:p>
                      <a:pPr marL="0" marR="0" algn="ctr">
                        <a:spcBef>
                          <a:spcPts val="0"/>
                        </a:spcBef>
                        <a:spcAft>
                          <a:spcPts val="600"/>
                        </a:spcAft>
                      </a:pPr>
                      <a:r>
                        <a:rPr lang="en-US" sz="1600">
                          <a:effectLst/>
                          <a:latin typeface="Aptos" panose="020B0004020202020204" pitchFamily="34" charset="0"/>
                        </a:rPr>
                        <a:t>Criteria*</a:t>
                      </a:r>
                      <a:endParaRPr lang="en-US" sz="1600">
                        <a:effectLst/>
                        <a:latin typeface="Aptos" panose="020B000402020202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spcBef>
                          <a:spcPts val="0"/>
                        </a:spcBef>
                        <a:spcAft>
                          <a:spcPts val="600"/>
                        </a:spcAft>
                      </a:pPr>
                      <a:r>
                        <a:rPr lang="en-US" sz="1600">
                          <a:effectLst/>
                          <a:latin typeface="Aptos" panose="020B0004020202020204" pitchFamily="34" charset="0"/>
                        </a:rPr>
                        <a:t>End Date*</a:t>
                      </a:r>
                      <a:endParaRPr lang="en-US" sz="1600">
                        <a:effectLst/>
                        <a:latin typeface="Aptos" panose="020B0004020202020204" pitchFamily="34" charset="0"/>
                        <a:ea typeface="Calibri" panose="020F0502020204030204" pitchFamily="34" charset="0"/>
                        <a:cs typeface="Times New Roman" panose="02020603050405020304" pitchFamily="18" charset="0"/>
                      </a:endParaRPr>
                    </a:p>
                  </a:txBody>
                  <a:tcPr marL="38100" marR="38100" marT="38100" marB="38100" anchor="ctr"/>
                </a:tc>
                <a:tc>
                  <a:txBody>
                    <a:bodyPr/>
                    <a:lstStyle/>
                    <a:p>
                      <a:pPr marL="0" marR="0" algn="ctr">
                        <a:spcBef>
                          <a:spcPts val="0"/>
                        </a:spcBef>
                        <a:spcAft>
                          <a:spcPts val="600"/>
                        </a:spcAft>
                      </a:pPr>
                      <a:r>
                        <a:rPr lang="en-US" sz="1600">
                          <a:effectLst/>
                          <a:latin typeface="Aptos" panose="020B0004020202020204" pitchFamily="34" charset="0"/>
                        </a:rPr>
                        <a:t>Type*</a:t>
                      </a:r>
                      <a:endParaRPr lang="en-US" sz="1600">
                        <a:effectLst/>
                        <a:latin typeface="Aptos" panose="020B0004020202020204" pitchFamily="34" charset="0"/>
                        <a:ea typeface="Calibri" panose="020F0502020204030204" pitchFamily="34" charset="0"/>
                        <a:cs typeface="Times New Roman" panose="02020603050405020304" pitchFamily="18" charset="0"/>
                      </a:endParaRPr>
                    </a:p>
                  </a:txBody>
                  <a:tcPr marL="38100" marR="38100" marT="38100" marB="38100" anchor="ctr"/>
                </a:tc>
                <a:extLst>
                  <a:ext uri="{0D108BD9-81ED-4DB2-BD59-A6C34878D82A}">
                    <a16:rowId xmlns:a16="http://schemas.microsoft.com/office/drawing/2014/main" val="3250658663"/>
                  </a:ext>
                </a:extLst>
              </a:tr>
              <a:tr h="1313149">
                <a:tc>
                  <a:txBody>
                    <a:bodyPr/>
                    <a:lstStyle/>
                    <a:p>
                      <a:pPr marL="0" marR="0">
                        <a:spcAft>
                          <a:spcPts val="600"/>
                        </a:spcAft>
                        <a:buNone/>
                      </a:pPr>
                      <a:r>
                        <a:rPr lang="en-US" sz="1600" b="1" kern="1200">
                          <a:solidFill>
                            <a:schemeClr val="dk1"/>
                          </a:solidFill>
                          <a:effectLst/>
                          <a:latin typeface="Aptos" panose="020B0004020202020204" pitchFamily="34" charset="0"/>
                          <a:ea typeface="+mn-ea"/>
                          <a:cs typeface="+mn-cs"/>
                        </a:rPr>
                        <a:t>Develop and demonstrate the Real-Twin advanced automation workflow and functionality with at least 2 example microscopic simulators. Subtask 3.2</a:t>
                      </a:r>
                    </a:p>
                  </a:txBody>
                  <a:tcPr marL="68580" marR="68580" marT="0" marB="0"/>
                </a:tc>
                <a:tc>
                  <a:txBody>
                    <a:bodyPr/>
                    <a:lstStyle/>
                    <a:p>
                      <a:pPr marL="0" marR="0">
                        <a:spcAft>
                          <a:spcPts val="600"/>
                        </a:spcAft>
                        <a:buNone/>
                      </a:pPr>
                      <a:r>
                        <a:rPr lang="en-US" sz="1600" b="0" kern="1200">
                          <a:solidFill>
                            <a:schemeClr val="dk1"/>
                          </a:solidFill>
                          <a:effectLst/>
                          <a:latin typeface="Aptos" panose="020B0004020202020204" pitchFamily="34" charset="0"/>
                          <a:ea typeface="+mn-ea"/>
                          <a:cs typeface="+mn-cs"/>
                        </a:rPr>
                        <a:t>Presentation documenting and demonstrating Real-Twin automation workflow in </a:t>
                      </a:r>
                      <a:r>
                        <a:rPr lang="en-US" sz="1600" b="1" kern="1200">
                          <a:solidFill>
                            <a:srgbClr val="FF0000"/>
                          </a:solidFill>
                          <a:effectLst/>
                          <a:highlight>
                            <a:srgbClr val="FFFF00"/>
                          </a:highlight>
                          <a:latin typeface="Aptos" panose="020B0004020202020204" pitchFamily="34" charset="0"/>
                          <a:ea typeface="+mn-ea"/>
                          <a:cs typeface="+mn-cs"/>
                        </a:rPr>
                        <a:t>1 additional simulator (AIMSUN)</a:t>
                      </a:r>
                      <a:r>
                        <a:rPr lang="en-US" sz="1600" b="1" kern="1200">
                          <a:solidFill>
                            <a:schemeClr val="dk1"/>
                          </a:solidFill>
                          <a:effectLst/>
                          <a:highlight>
                            <a:srgbClr val="FFFF00"/>
                          </a:highlight>
                          <a:latin typeface="Aptos" panose="020B0004020202020204" pitchFamily="34" charset="0"/>
                          <a:ea typeface="+mn-ea"/>
                          <a:cs typeface="+mn-cs"/>
                        </a:rPr>
                        <a:t>.</a:t>
                      </a:r>
                    </a:p>
                  </a:txBody>
                  <a:tcPr marL="68580" marR="68580" marT="0" marB="0"/>
                </a:tc>
                <a:tc>
                  <a:txBody>
                    <a:bodyPr/>
                    <a:lstStyle/>
                    <a:p>
                      <a:pPr marL="0" marR="0" algn="ctr">
                        <a:spcAft>
                          <a:spcPts val="600"/>
                        </a:spcAft>
                        <a:buNone/>
                      </a:pPr>
                      <a:r>
                        <a:rPr lang="en-US" sz="1600" b="0" kern="1200">
                          <a:solidFill>
                            <a:schemeClr val="dk1"/>
                          </a:solidFill>
                          <a:effectLst/>
                          <a:latin typeface="Aptos" panose="020B0004020202020204" pitchFamily="34" charset="0"/>
                          <a:ea typeface="+mn-ea"/>
                          <a:cs typeface="+mn-cs"/>
                        </a:rPr>
                        <a:t>6/30/2026</a:t>
                      </a:r>
                    </a:p>
                  </a:txBody>
                  <a:tcPr marL="38100" marR="38100" marT="38100" marB="38100"/>
                </a:tc>
                <a:tc>
                  <a:txBody>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lang="en-US" sz="1600" kern="1200">
                          <a:solidFill>
                            <a:schemeClr val="dk1"/>
                          </a:solidFill>
                          <a:effectLst/>
                          <a:latin typeface="Aptos" panose="020B0004020202020204" pitchFamily="34" charset="0"/>
                          <a:ea typeface="+mn-ea"/>
                          <a:cs typeface="+mn-cs"/>
                        </a:rPr>
                        <a:t>Go/No Go Decision</a:t>
                      </a:r>
                      <a:endParaRPr lang="en-US" sz="1600" kern="1200">
                        <a:solidFill>
                          <a:schemeClr val="dk1"/>
                        </a:solidFill>
                        <a:effectLst/>
                        <a:latin typeface="Aptos" panose="020B0004020202020204" pitchFamily="34" charset="0"/>
                      </a:endParaRPr>
                    </a:p>
                  </a:txBody>
                  <a:tcPr marL="38100" marR="38100" marT="38100" marB="38100"/>
                </a:tc>
                <a:extLst>
                  <a:ext uri="{0D108BD9-81ED-4DB2-BD59-A6C34878D82A}">
                    <a16:rowId xmlns:a16="http://schemas.microsoft.com/office/drawing/2014/main" val="408951704"/>
                  </a:ext>
                </a:extLst>
              </a:tr>
              <a:tr h="1313149">
                <a:tc>
                  <a:txBody>
                    <a:bodyPr/>
                    <a:lstStyle/>
                    <a:p>
                      <a:pPr marL="0" marR="0">
                        <a:spcAft>
                          <a:spcPts val="600"/>
                        </a:spcAft>
                        <a:buNone/>
                      </a:pPr>
                      <a:r>
                        <a:rPr lang="en-US" sz="1600" b="1" kern="1200">
                          <a:solidFill>
                            <a:schemeClr val="dk1"/>
                          </a:solidFill>
                          <a:effectLst/>
                          <a:latin typeface="Aptos" panose="020B0004020202020204" pitchFamily="34" charset="0"/>
                          <a:ea typeface="+mn-ea"/>
                          <a:cs typeface="+mn-cs"/>
                        </a:rPr>
                        <a:t>Develop and demonstrate the Real-Twin advanced automation workflow and functionality with at least 2 example microscopic simulators. Subtask 3.2</a:t>
                      </a:r>
                    </a:p>
                  </a:txBody>
                  <a:tcPr marL="68580" marR="68580" marT="0" marB="0"/>
                </a:tc>
                <a:tc>
                  <a:txBody>
                    <a:bodyPr/>
                    <a:lstStyle/>
                    <a:p>
                      <a:pPr marL="0" marR="0">
                        <a:spcAft>
                          <a:spcPts val="600"/>
                        </a:spcAft>
                        <a:buNone/>
                      </a:pPr>
                      <a:r>
                        <a:rPr lang="en-US" sz="1600" b="0" kern="1200">
                          <a:solidFill>
                            <a:schemeClr val="dk1"/>
                          </a:solidFill>
                          <a:effectLst/>
                          <a:latin typeface="Aptos" panose="020B0004020202020204" pitchFamily="34" charset="0"/>
                          <a:ea typeface="+mn-ea"/>
                          <a:cs typeface="+mn-cs"/>
                        </a:rPr>
                        <a:t>Presentation documenting and demonstrating Real-Twin automation workflow </a:t>
                      </a:r>
                      <a:r>
                        <a:rPr lang="en-US" sz="1600" b="1" kern="1200">
                          <a:solidFill>
                            <a:srgbClr val="FF0000"/>
                          </a:solidFill>
                          <a:effectLst/>
                          <a:highlight>
                            <a:srgbClr val="FFFF00"/>
                          </a:highlight>
                          <a:latin typeface="Aptos" panose="020B0004020202020204" pitchFamily="34" charset="0"/>
                          <a:ea typeface="+mn-ea"/>
                          <a:cs typeface="+mn-cs"/>
                        </a:rPr>
                        <a:t>in 1 additional simulator (VISSIM).</a:t>
                      </a:r>
                    </a:p>
                  </a:txBody>
                  <a:tcPr marL="68580" marR="68580" marT="0" marB="0"/>
                </a:tc>
                <a:tc>
                  <a:txBody>
                    <a:bodyPr/>
                    <a:lstStyle/>
                    <a:p>
                      <a:pPr marL="0" marR="0" algn="ctr">
                        <a:spcAft>
                          <a:spcPts val="600"/>
                        </a:spcAft>
                        <a:buNone/>
                      </a:pPr>
                      <a:r>
                        <a:rPr lang="en-US" sz="1600" b="1" kern="1200">
                          <a:solidFill>
                            <a:srgbClr val="FF0000"/>
                          </a:solidFill>
                          <a:effectLst/>
                          <a:highlight>
                            <a:srgbClr val="FFFF00"/>
                          </a:highlight>
                          <a:latin typeface="Aptos" panose="020B0004020202020204" pitchFamily="34" charset="0"/>
                          <a:ea typeface="+mn-ea"/>
                          <a:cs typeface="+mn-cs"/>
                        </a:rPr>
                        <a:t>8/31/2026</a:t>
                      </a:r>
                    </a:p>
                  </a:txBody>
                  <a:tcPr marL="38100" marR="38100" marT="38100" marB="38100"/>
                </a:tc>
                <a:tc>
                  <a:txBody>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lang="en-US" sz="1600" kern="1200">
                          <a:solidFill>
                            <a:schemeClr val="dk1"/>
                          </a:solidFill>
                          <a:effectLst/>
                          <a:latin typeface="Aptos" panose="020B0004020202020204" pitchFamily="34" charset="0"/>
                          <a:ea typeface="+mn-ea"/>
                          <a:cs typeface="+mn-cs"/>
                        </a:rPr>
                        <a:t>Go/No Go Decision</a:t>
                      </a:r>
                      <a:endParaRPr lang="en-US" sz="1600" kern="1200">
                        <a:solidFill>
                          <a:schemeClr val="dk1"/>
                        </a:solidFill>
                        <a:effectLst/>
                        <a:latin typeface="Aptos" panose="020B0004020202020204" pitchFamily="34" charset="0"/>
                      </a:endParaRPr>
                    </a:p>
                  </a:txBody>
                  <a:tcPr marL="38100" marR="38100" marT="38100" marB="38100"/>
                </a:tc>
                <a:extLst>
                  <a:ext uri="{0D108BD9-81ED-4DB2-BD59-A6C34878D82A}">
                    <a16:rowId xmlns:a16="http://schemas.microsoft.com/office/drawing/2014/main" val="3373211480"/>
                  </a:ext>
                </a:extLst>
              </a:tr>
              <a:tr h="1313149">
                <a:tc>
                  <a:txBody>
                    <a:bodyPr/>
                    <a:lstStyle/>
                    <a:p>
                      <a:pPr marL="0" marR="0">
                        <a:spcAft>
                          <a:spcPts val="600"/>
                        </a:spcAft>
                        <a:buNone/>
                      </a:pPr>
                      <a:r>
                        <a:rPr lang="en-US" sz="1600" b="1" kern="1200">
                          <a:solidFill>
                            <a:schemeClr val="dk1"/>
                          </a:solidFill>
                          <a:effectLst/>
                          <a:latin typeface="Aptos" panose="020B0004020202020204" pitchFamily="34" charset="0"/>
                          <a:ea typeface="+mn-ea"/>
                          <a:cs typeface="+mn-cs"/>
                        </a:rPr>
                        <a:t>Integrated advanced Real-Twin automation workflow for additional simulators into Real-Twin Python package. Subtask 2.3 </a:t>
                      </a:r>
                    </a:p>
                  </a:txBody>
                  <a:tcPr marL="68580" marR="68580" marT="0" marB="0"/>
                </a:tc>
                <a:tc>
                  <a:txBody>
                    <a:bodyPr/>
                    <a:lstStyle/>
                    <a:p>
                      <a:pPr marL="0" marR="0">
                        <a:spcAft>
                          <a:spcPts val="600"/>
                        </a:spcAft>
                        <a:buNone/>
                      </a:pPr>
                      <a:r>
                        <a:rPr lang="en-US" sz="1600" b="0" kern="1200">
                          <a:solidFill>
                            <a:schemeClr val="dk1"/>
                          </a:solidFill>
                          <a:effectLst/>
                          <a:latin typeface="Aptos" panose="020B0004020202020204" pitchFamily="34" charset="0"/>
                          <a:ea typeface="+mn-ea"/>
                          <a:cs typeface="+mn-cs"/>
                        </a:rPr>
                        <a:t>Release of new Real-Twin version on GitHub/GitLab.</a:t>
                      </a:r>
                    </a:p>
                  </a:txBody>
                  <a:tcPr marL="68580" marR="68580" marT="0" marB="0"/>
                </a:tc>
                <a:tc>
                  <a:txBody>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lang="en-US" sz="1600" kern="1200">
                          <a:solidFill>
                            <a:schemeClr val="dk1"/>
                          </a:solidFill>
                          <a:effectLst/>
                          <a:latin typeface="Aptos" panose="020B0004020202020204" pitchFamily="34" charset="0"/>
                          <a:ea typeface="+mn-ea"/>
                          <a:cs typeface="+mn-cs"/>
                        </a:rPr>
                        <a:t>09/30/2026</a:t>
                      </a:r>
                    </a:p>
                  </a:txBody>
                  <a:tcPr marL="38100" marR="38100" marT="38100" marB="38100"/>
                </a:tc>
                <a:tc>
                  <a:txBody>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lang="en-US" sz="1600" kern="1200">
                          <a:solidFill>
                            <a:schemeClr val="dk1"/>
                          </a:solidFill>
                          <a:effectLst/>
                          <a:latin typeface="Aptos" panose="020B0004020202020204" pitchFamily="34" charset="0"/>
                        </a:rPr>
                        <a:t>Quarterly Progress Measure (Regular)</a:t>
                      </a:r>
                    </a:p>
                  </a:txBody>
                  <a:tcPr marL="38100" marR="38100" marT="38100" marB="38100"/>
                </a:tc>
                <a:extLst>
                  <a:ext uri="{0D108BD9-81ED-4DB2-BD59-A6C34878D82A}">
                    <a16:rowId xmlns:a16="http://schemas.microsoft.com/office/drawing/2014/main" val="2822087275"/>
                  </a:ext>
                </a:extLst>
              </a:tr>
            </a:tbl>
          </a:graphicData>
        </a:graphic>
      </p:graphicFrame>
    </p:spTree>
    <p:extLst>
      <p:ext uri="{BB962C8B-B14F-4D97-AF65-F5344CB8AC3E}">
        <p14:creationId xmlns:p14="http://schemas.microsoft.com/office/powerpoint/2010/main" val="36789158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E22B40-23BE-8C0C-F377-EEDE5F3CBB9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02C352-51D6-BB83-34A2-2472525CBF1B}"/>
              </a:ext>
            </a:extLst>
          </p:cNvPr>
          <p:cNvSpPr>
            <a:spLocks noGrp="1"/>
          </p:cNvSpPr>
          <p:nvPr>
            <p:ph type="title"/>
          </p:nvPr>
        </p:nvSpPr>
        <p:spPr>
          <a:xfrm>
            <a:off x="314692" y="365125"/>
            <a:ext cx="11492432" cy="483961"/>
          </a:xfrm>
        </p:spPr>
        <p:txBody>
          <a:bodyPr/>
          <a:lstStyle/>
          <a:p>
            <a:r>
              <a:rPr lang="en-US"/>
              <a:t>Real-Twin Automation Workflow for Vissim</a:t>
            </a:r>
          </a:p>
        </p:txBody>
      </p:sp>
      <p:sp>
        <p:nvSpPr>
          <p:cNvPr id="7" name="TextBox 6">
            <a:extLst>
              <a:ext uri="{FF2B5EF4-FFF2-40B4-BE49-F238E27FC236}">
                <a16:creationId xmlns:a16="http://schemas.microsoft.com/office/drawing/2014/main" id="{C6CD58F2-5CA8-F602-C2A1-0C8E1D6D5DA0}"/>
              </a:ext>
            </a:extLst>
          </p:cNvPr>
          <p:cNvSpPr txBox="1"/>
          <p:nvPr/>
        </p:nvSpPr>
        <p:spPr>
          <a:xfrm>
            <a:off x="286089" y="993846"/>
            <a:ext cx="10452195" cy="369332"/>
          </a:xfrm>
          <a:prstGeom prst="rect">
            <a:avLst/>
          </a:prstGeom>
          <a:noFill/>
        </p:spPr>
        <p:txBody>
          <a:bodyPr wrap="square">
            <a:spAutoFit/>
          </a:bodyPr>
          <a:lstStyle/>
          <a:p>
            <a:pPr marR="0" lvl="0" algn="l" defTabSz="914400" rtl="0" eaLnBrk="1" fontAlgn="auto" latinLnBrk="0" hangingPunct="1">
              <a:lnSpc>
                <a:spcPct val="100000"/>
              </a:lnSpc>
              <a:spcBef>
                <a:spcPts val="0"/>
              </a:spcBef>
              <a:spcAft>
                <a:spcPts val="1200"/>
              </a:spcAft>
              <a:buClrTx/>
              <a:buSzTx/>
              <a:tabLst/>
              <a:defRPr/>
            </a:pPr>
            <a:r>
              <a:rPr kumimoji="0" lang="en-US" sz="1800" b="1" i="0" u="none" strike="noStrike" kern="1200" cap="none" spc="0" normalizeH="0" baseline="0" noProof="0">
                <a:ln>
                  <a:noFill/>
                </a:ln>
                <a:solidFill>
                  <a:srgbClr val="00454D"/>
                </a:solidFill>
                <a:effectLst/>
                <a:uLnTx/>
                <a:uFillTx/>
                <a:latin typeface="Roboto"/>
                <a:ea typeface="+mn-ea"/>
                <a:cs typeface="+mn-cs"/>
              </a:rPr>
              <a:t>Step 5 Simulation Generation and Calibration</a:t>
            </a:r>
          </a:p>
        </p:txBody>
      </p:sp>
      <p:grpSp>
        <p:nvGrpSpPr>
          <p:cNvPr id="3" name="Group 2">
            <a:extLst>
              <a:ext uri="{FF2B5EF4-FFF2-40B4-BE49-F238E27FC236}">
                <a16:creationId xmlns:a16="http://schemas.microsoft.com/office/drawing/2014/main" id="{1E051F23-A341-4EC7-316C-2CA8F27252C3}"/>
              </a:ext>
            </a:extLst>
          </p:cNvPr>
          <p:cNvGrpSpPr/>
          <p:nvPr/>
        </p:nvGrpSpPr>
        <p:grpSpPr>
          <a:xfrm>
            <a:off x="7251192" y="1719072"/>
            <a:ext cx="3029893" cy="2009172"/>
            <a:chOff x="326424" y="3433458"/>
            <a:chExt cx="2038956" cy="853329"/>
          </a:xfrm>
        </p:grpSpPr>
        <p:grpSp>
          <p:nvGrpSpPr>
            <p:cNvPr id="11" name="Group 3">
              <a:extLst>
                <a:ext uri="{FF2B5EF4-FFF2-40B4-BE49-F238E27FC236}">
                  <a16:creationId xmlns:a16="http://schemas.microsoft.com/office/drawing/2014/main" id="{3C51A73C-8EB1-E45E-7842-529E9DAAA932}"/>
                </a:ext>
              </a:extLst>
            </p:cNvPr>
            <p:cNvGrpSpPr/>
            <p:nvPr/>
          </p:nvGrpSpPr>
          <p:grpSpPr>
            <a:xfrm>
              <a:off x="326424" y="3433458"/>
              <a:ext cx="2034540" cy="159237"/>
              <a:chOff x="906780" y="2674620"/>
              <a:chExt cx="2034540" cy="159237"/>
            </a:xfrm>
          </p:grpSpPr>
          <p:sp>
            <p:nvSpPr>
              <p:cNvPr id="12" name="Rectangle 8">
                <a:extLst>
                  <a:ext uri="{FF2B5EF4-FFF2-40B4-BE49-F238E27FC236}">
                    <a16:creationId xmlns:a16="http://schemas.microsoft.com/office/drawing/2014/main" id="{6B0E1F16-8C05-556F-A95D-28C6F3D1ECD0}"/>
                  </a:ext>
                </a:extLst>
              </p:cNvPr>
              <p:cNvSpPr/>
              <p:nvPr/>
            </p:nvSpPr>
            <p:spPr>
              <a:xfrm>
                <a:off x="906780" y="2674620"/>
                <a:ext cx="2034540" cy="159237"/>
              </a:xfrm>
              <a:prstGeom prst="rect">
                <a:avLst/>
              </a:prstGeom>
              <a:solidFill>
                <a:srgbClr val="0070C0"/>
              </a:solidFill>
              <a:ln w="19050">
                <a:solidFill>
                  <a:srgbClr val="0070C0"/>
                </a:solidFill>
                <a:miter lim="800000"/>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182880" tIns="182880" rIns="182880" bIns="182880" numCol="1" spcCol="0" rtlCol="0" fromWordArt="0" anchor="ctr" anchorCtr="0" forceAA="0" compatLnSpc="1">
                <a:prstTxWarp prst="textNoShape">
                  <a:avLst/>
                </a:prstTxWarp>
                <a:noAutofit/>
              </a:bodyPr>
              <a:lstStyle/>
              <a:p>
                <a:pPr algn="l">
                  <a:lnSpc>
                    <a:spcPct val="90000"/>
                  </a:lnSpc>
                </a:pPr>
                <a:endParaRPr lang="en-US">
                  <a:solidFill>
                    <a:schemeClr val="tx1"/>
                  </a:solidFill>
                </a:endParaRPr>
              </a:p>
            </p:txBody>
          </p:sp>
          <p:sp>
            <p:nvSpPr>
              <p:cNvPr id="13" name="TextBox 9">
                <a:extLst>
                  <a:ext uri="{FF2B5EF4-FFF2-40B4-BE49-F238E27FC236}">
                    <a16:creationId xmlns:a16="http://schemas.microsoft.com/office/drawing/2014/main" id="{10C946DF-A7AB-0207-7350-267B65E08B44}"/>
                  </a:ext>
                </a:extLst>
              </p:cNvPr>
              <p:cNvSpPr txBox="1"/>
              <p:nvPr/>
            </p:nvSpPr>
            <p:spPr>
              <a:xfrm>
                <a:off x="1061856" y="2688705"/>
                <a:ext cx="1714500" cy="133332"/>
              </a:xfrm>
              <a:prstGeom prst="rect">
                <a:avLst/>
              </a:prstGeom>
              <a:noFill/>
            </p:spPr>
            <p:txBody>
              <a:bodyPr wrap="square" rtlCol="0">
                <a:noAutofit/>
              </a:bodyPr>
              <a:lstStyle/>
              <a:p>
                <a:pPr algn="ctr">
                  <a:lnSpc>
                    <a:spcPct val="90000"/>
                  </a:lnSpc>
                </a:pPr>
                <a:r>
                  <a:rPr lang="en-US" sz="1600" b="1">
                    <a:solidFill>
                      <a:schemeClr val="bg1"/>
                    </a:solidFill>
                    <a:cs typeface="Arial" panose="020B0604020202020204" pitchFamily="34" charset="0"/>
                  </a:rPr>
                  <a:t>Vissim (COM)</a:t>
                </a:r>
              </a:p>
            </p:txBody>
          </p:sp>
        </p:grpSp>
        <p:grpSp>
          <p:nvGrpSpPr>
            <p:cNvPr id="14" name="Group 4">
              <a:extLst>
                <a:ext uri="{FF2B5EF4-FFF2-40B4-BE49-F238E27FC236}">
                  <a16:creationId xmlns:a16="http://schemas.microsoft.com/office/drawing/2014/main" id="{652F0077-EC9C-DD37-5686-FAB6C84DD71F}"/>
                </a:ext>
              </a:extLst>
            </p:cNvPr>
            <p:cNvGrpSpPr/>
            <p:nvPr/>
          </p:nvGrpSpPr>
          <p:grpSpPr>
            <a:xfrm>
              <a:off x="326424" y="3592695"/>
              <a:ext cx="2038956" cy="694092"/>
              <a:chOff x="906780" y="2826237"/>
              <a:chExt cx="2038956" cy="694092"/>
            </a:xfrm>
          </p:grpSpPr>
          <p:sp>
            <p:nvSpPr>
              <p:cNvPr id="15" name="Rectangle 5">
                <a:extLst>
                  <a:ext uri="{FF2B5EF4-FFF2-40B4-BE49-F238E27FC236}">
                    <a16:creationId xmlns:a16="http://schemas.microsoft.com/office/drawing/2014/main" id="{A043E370-F9A2-B63D-2ED7-4BC34C47CE0E}"/>
                  </a:ext>
                </a:extLst>
              </p:cNvPr>
              <p:cNvSpPr/>
              <p:nvPr/>
            </p:nvSpPr>
            <p:spPr>
              <a:xfrm>
                <a:off x="906780" y="2826237"/>
                <a:ext cx="2034540" cy="694092"/>
              </a:xfrm>
              <a:prstGeom prst="rect">
                <a:avLst/>
              </a:prstGeom>
              <a:solidFill>
                <a:schemeClr val="bg1"/>
              </a:solidFill>
              <a:ln w="19050">
                <a:solidFill>
                  <a:srgbClr val="0070C0"/>
                </a:solidFill>
                <a:miter lim="800000"/>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182880" tIns="182880" rIns="182880" bIns="182880" numCol="1" spcCol="0" rtlCol="0" fromWordArt="0" anchor="ctr" anchorCtr="0" forceAA="0" compatLnSpc="1">
                <a:prstTxWarp prst="textNoShape">
                  <a:avLst/>
                </a:prstTxWarp>
                <a:noAutofit/>
              </a:bodyPr>
              <a:lstStyle/>
              <a:p>
                <a:pPr algn="l">
                  <a:lnSpc>
                    <a:spcPct val="90000"/>
                  </a:lnSpc>
                </a:pPr>
                <a:endParaRPr lang="en-US">
                  <a:solidFill>
                    <a:schemeClr val="tx1"/>
                  </a:solidFill>
                </a:endParaRPr>
              </a:p>
            </p:txBody>
          </p:sp>
          <p:sp>
            <p:nvSpPr>
              <p:cNvPr id="16" name="Rectangle 7">
                <a:extLst>
                  <a:ext uri="{FF2B5EF4-FFF2-40B4-BE49-F238E27FC236}">
                    <a16:creationId xmlns:a16="http://schemas.microsoft.com/office/drawing/2014/main" id="{A1BF6B50-6167-7E12-2BC0-CB37F166CE2A}"/>
                  </a:ext>
                </a:extLst>
              </p:cNvPr>
              <p:cNvSpPr/>
              <p:nvPr/>
            </p:nvSpPr>
            <p:spPr>
              <a:xfrm>
                <a:off x="906780" y="2851167"/>
                <a:ext cx="2038956" cy="627541"/>
              </a:xfrm>
              <a:prstGeom prst="rect">
                <a:avLst/>
              </a:prstGeom>
              <a:noFill/>
              <a:ln w="12700">
                <a:noFill/>
                <a:miter lim="800000"/>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182880" tIns="182880" rIns="182880" bIns="182880" numCol="1" spcCol="0" rtlCol="0" fromWordArt="0" anchor="ctr" anchorCtr="0" forceAA="0" compatLnSpc="1">
                <a:prstTxWarp prst="textNoShape">
                  <a:avLst/>
                </a:prstTxWarp>
                <a:noAutofit/>
              </a:bodyPr>
              <a:lstStyle/>
              <a:p>
                <a:pPr marL="285750" indent="-285750" algn="l">
                  <a:lnSpc>
                    <a:spcPct val="90000"/>
                  </a:lnSpc>
                  <a:spcAft>
                    <a:spcPts val="600"/>
                  </a:spcAft>
                  <a:buFont typeface="Arial" panose="020B0604020202020204" pitchFamily="34" charset="0"/>
                  <a:buChar char="•"/>
                </a:pPr>
                <a:r>
                  <a:rPr lang="en-US" sz="1400" dirty="0">
                    <a:solidFill>
                      <a:srgbClr val="0070C0"/>
                    </a:solidFill>
                    <a:cs typeface="Arial" panose="020B0604020202020204" pitchFamily="34" charset="0"/>
                  </a:rPr>
                  <a:t>Set volumes and turn ratios</a:t>
                </a:r>
              </a:p>
              <a:p>
                <a:pPr marL="285750" indent="-285750" algn="l">
                  <a:lnSpc>
                    <a:spcPct val="90000"/>
                  </a:lnSpc>
                  <a:spcAft>
                    <a:spcPts val="600"/>
                  </a:spcAft>
                  <a:buFont typeface="Arial" panose="020B0604020202020204" pitchFamily="34" charset="0"/>
                  <a:buChar char="•"/>
                </a:pPr>
                <a:r>
                  <a:rPr lang="en-US" sz="1400" dirty="0">
                    <a:solidFill>
                      <a:srgbClr val="0070C0"/>
                    </a:solidFill>
                    <a:cs typeface="Arial" panose="020B0604020202020204" pitchFamily="34" charset="0"/>
                  </a:rPr>
                  <a:t>Set driving behavior parameters</a:t>
                </a:r>
              </a:p>
              <a:p>
                <a:pPr marL="285750" indent="-285750" algn="l">
                  <a:lnSpc>
                    <a:spcPct val="90000"/>
                  </a:lnSpc>
                  <a:spcAft>
                    <a:spcPts val="600"/>
                  </a:spcAft>
                  <a:buFont typeface="Arial" panose="020B0604020202020204" pitchFamily="34" charset="0"/>
                  <a:buChar char="•"/>
                </a:pPr>
                <a:r>
                  <a:rPr lang="en-US" sz="1400" dirty="0">
                    <a:solidFill>
                      <a:srgbClr val="0070C0"/>
                    </a:solidFill>
                    <a:cs typeface="Arial" panose="020B0604020202020204" pitchFamily="34" charset="0"/>
                  </a:rPr>
                  <a:t>Run the simulation </a:t>
                </a:r>
              </a:p>
            </p:txBody>
          </p:sp>
        </p:grpSp>
      </p:grpSp>
      <p:grpSp>
        <p:nvGrpSpPr>
          <p:cNvPr id="25" name="Group 24">
            <a:extLst>
              <a:ext uri="{FF2B5EF4-FFF2-40B4-BE49-F238E27FC236}">
                <a16:creationId xmlns:a16="http://schemas.microsoft.com/office/drawing/2014/main" id="{30E93E3C-158F-CC0B-F45F-77217F24A243}"/>
              </a:ext>
            </a:extLst>
          </p:cNvPr>
          <p:cNvGrpSpPr/>
          <p:nvPr/>
        </p:nvGrpSpPr>
        <p:grpSpPr>
          <a:xfrm>
            <a:off x="6171064" y="4178994"/>
            <a:ext cx="2627250" cy="2009172"/>
            <a:chOff x="326424" y="3433458"/>
            <a:chExt cx="2038956" cy="853329"/>
          </a:xfrm>
        </p:grpSpPr>
        <p:grpSp>
          <p:nvGrpSpPr>
            <p:cNvPr id="17" name="Group 25">
              <a:extLst>
                <a:ext uri="{FF2B5EF4-FFF2-40B4-BE49-F238E27FC236}">
                  <a16:creationId xmlns:a16="http://schemas.microsoft.com/office/drawing/2014/main" id="{2BC8629C-4287-4854-1066-2A1EBC00DAD0}"/>
                </a:ext>
              </a:extLst>
            </p:cNvPr>
            <p:cNvGrpSpPr/>
            <p:nvPr/>
          </p:nvGrpSpPr>
          <p:grpSpPr>
            <a:xfrm>
              <a:off x="326424" y="3433458"/>
              <a:ext cx="2034540" cy="159237"/>
              <a:chOff x="906780" y="2674620"/>
              <a:chExt cx="2034540" cy="159237"/>
            </a:xfrm>
          </p:grpSpPr>
          <p:sp>
            <p:nvSpPr>
              <p:cNvPr id="18" name="Rectangle 29">
                <a:extLst>
                  <a:ext uri="{FF2B5EF4-FFF2-40B4-BE49-F238E27FC236}">
                    <a16:creationId xmlns:a16="http://schemas.microsoft.com/office/drawing/2014/main" id="{C4913B7F-E207-62E4-9FC6-FE44C2112A46}"/>
                  </a:ext>
                </a:extLst>
              </p:cNvPr>
              <p:cNvSpPr/>
              <p:nvPr/>
            </p:nvSpPr>
            <p:spPr>
              <a:xfrm>
                <a:off x="906780" y="2674620"/>
                <a:ext cx="2034540" cy="159237"/>
              </a:xfrm>
              <a:prstGeom prst="rect">
                <a:avLst/>
              </a:prstGeom>
              <a:solidFill>
                <a:srgbClr val="0070C0"/>
              </a:solidFill>
              <a:ln w="19050">
                <a:solidFill>
                  <a:srgbClr val="0070C0"/>
                </a:solidFill>
                <a:miter lim="800000"/>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182880" tIns="182880" rIns="182880" bIns="182880" numCol="1" spcCol="0" rtlCol="0" fromWordArt="0" anchor="ctr" anchorCtr="0" forceAA="0" compatLnSpc="1">
                <a:prstTxWarp prst="textNoShape">
                  <a:avLst/>
                </a:prstTxWarp>
                <a:noAutofit/>
              </a:bodyPr>
              <a:lstStyle/>
              <a:p>
                <a:pPr algn="l">
                  <a:lnSpc>
                    <a:spcPct val="90000"/>
                  </a:lnSpc>
                </a:pPr>
                <a:endParaRPr lang="en-US">
                  <a:solidFill>
                    <a:schemeClr val="tx1"/>
                  </a:solidFill>
                </a:endParaRPr>
              </a:p>
            </p:txBody>
          </p:sp>
          <p:sp>
            <p:nvSpPr>
              <p:cNvPr id="19" name="TextBox 30">
                <a:extLst>
                  <a:ext uri="{FF2B5EF4-FFF2-40B4-BE49-F238E27FC236}">
                    <a16:creationId xmlns:a16="http://schemas.microsoft.com/office/drawing/2014/main" id="{B8A73407-725D-F192-7C20-A50E4A72CAE3}"/>
                  </a:ext>
                </a:extLst>
              </p:cNvPr>
              <p:cNvSpPr txBox="1"/>
              <p:nvPr/>
            </p:nvSpPr>
            <p:spPr>
              <a:xfrm>
                <a:off x="1061856" y="2688705"/>
                <a:ext cx="1714500" cy="133332"/>
              </a:xfrm>
              <a:prstGeom prst="rect">
                <a:avLst/>
              </a:prstGeom>
              <a:noFill/>
            </p:spPr>
            <p:txBody>
              <a:bodyPr wrap="square" rtlCol="0">
                <a:noAutofit/>
              </a:bodyPr>
              <a:lstStyle/>
              <a:p>
                <a:pPr algn="ctr">
                  <a:lnSpc>
                    <a:spcPct val="90000"/>
                  </a:lnSpc>
                </a:pPr>
                <a:r>
                  <a:rPr lang="en-US" sz="1600" b="1">
                    <a:solidFill>
                      <a:schemeClr val="bg1"/>
                    </a:solidFill>
                    <a:cs typeface="Arial" panose="020B0604020202020204" pitchFamily="34" charset="0"/>
                  </a:rPr>
                  <a:t>Python  |  Vissim</a:t>
                </a:r>
              </a:p>
            </p:txBody>
          </p:sp>
        </p:grpSp>
        <p:grpSp>
          <p:nvGrpSpPr>
            <p:cNvPr id="20" name="Group 26">
              <a:extLst>
                <a:ext uri="{FF2B5EF4-FFF2-40B4-BE49-F238E27FC236}">
                  <a16:creationId xmlns:a16="http://schemas.microsoft.com/office/drawing/2014/main" id="{13B6D6D7-8CF5-7E1E-4494-897E68148FD1}"/>
                </a:ext>
              </a:extLst>
            </p:cNvPr>
            <p:cNvGrpSpPr/>
            <p:nvPr/>
          </p:nvGrpSpPr>
          <p:grpSpPr>
            <a:xfrm>
              <a:off x="326424" y="3592695"/>
              <a:ext cx="2038956" cy="694092"/>
              <a:chOff x="906780" y="2826237"/>
              <a:chExt cx="2038956" cy="694092"/>
            </a:xfrm>
          </p:grpSpPr>
          <p:sp>
            <p:nvSpPr>
              <p:cNvPr id="21" name="Rectangle 27">
                <a:extLst>
                  <a:ext uri="{FF2B5EF4-FFF2-40B4-BE49-F238E27FC236}">
                    <a16:creationId xmlns:a16="http://schemas.microsoft.com/office/drawing/2014/main" id="{2F6C5DCB-7F69-45F0-7E9D-61018D60C12C}"/>
                  </a:ext>
                </a:extLst>
              </p:cNvPr>
              <p:cNvSpPr/>
              <p:nvPr/>
            </p:nvSpPr>
            <p:spPr>
              <a:xfrm>
                <a:off x="906780" y="2826237"/>
                <a:ext cx="2034540" cy="694092"/>
              </a:xfrm>
              <a:prstGeom prst="rect">
                <a:avLst/>
              </a:prstGeom>
              <a:solidFill>
                <a:schemeClr val="bg1"/>
              </a:solidFill>
              <a:ln w="19050">
                <a:solidFill>
                  <a:srgbClr val="0070C0"/>
                </a:solidFill>
                <a:miter lim="800000"/>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182880" tIns="182880" rIns="182880" bIns="182880" numCol="1" spcCol="0" rtlCol="0" fromWordArt="0" anchor="ctr" anchorCtr="0" forceAA="0" compatLnSpc="1">
                <a:prstTxWarp prst="textNoShape">
                  <a:avLst/>
                </a:prstTxWarp>
                <a:noAutofit/>
              </a:bodyPr>
              <a:lstStyle/>
              <a:p>
                <a:pPr algn="l">
                  <a:lnSpc>
                    <a:spcPct val="90000"/>
                  </a:lnSpc>
                </a:pPr>
                <a:endParaRPr lang="en-US">
                  <a:solidFill>
                    <a:schemeClr val="tx1"/>
                  </a:solidFill>
                </a:endParaRPr>
              </a:p>
            </p:txBody>
          </p:sp>
          <p:sp>
            <p:nvSpPr>
              <p:cNvPr id="22" name="Rectangle 28">
                <a:extLst>
                  <a:ext uri="{FF2B5EF4-FFF2-40B4-BE49-F238E27FC236}">
                    <a16:creationId xmlns:a16="http://schemas.microsoft.com/office/drawing/2014/main" id="{D08055AE-6ECC-BB96-E002-7E92AE2273FB}"/>
                  </a:ext>
                </a:extLst>
              </p:cNvPr>
              <p:cNvSpPr/>
              <p:nvPr/>
            </p:nvSpPr>
            <p:spPr>
              <a:xfrm>
                <a:off x="906780" y="2851167"/>
                <a:ext cx="2038956" cy="627541"/>
              </a:xfrm>
              <a:prstGeom prst="rect">
                <a:avLst/>
              </a:prstGeom>
              <a:noFill/>
              <a:ln w="12700">
                <a:noFill/>
                <a:miter lim="800000"/>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182880" tIns="182880" rIns="182880" bIns="182880" numCol="1" spcCol="0" rtlCol="0" fromWordArt="0" anchor="ctr" anchorCtr="0" forceAA="0" compatLnSpc="1">
                <a:prstTxWarp prst="textNoShape">
                  <a:avLst/>
                </a:prstTxWarp>
                <a:noAutofit/>
              </a:bodyPr>
              <a:lstStyle/>
              <a:p>
                <a:pPr marL="285750" indent="-285750" algn="l">
                  <a:lnSpc>
                    <a:spcPct val="90000"/>
                  </a:lnSpc>
                  <a:spcAft>
                    <a:spcPts val="600"/>
                  </a:spcAft>
                  <a:buFont typeface="Arial" panose="020B0604020202020204" pitchFamily="34" charset="0"/>
                  <a:buChar char="•"/>
                </a:pPr>
                <a:r>
                  <a:rPr lang="en-US" sz="1400">
                    <a:solidFill>
                      <a:srgbClr val="0070C0"/>
                    </a:solidFill>
                    <a:cs typeface="Arial" panose="020B0604020202020204" pitchFamily="34" charset="0"/>
                  </a:rPr>
                  <a:t>Read counts and travel times over COM</a:t>
                </a:r>
              </a:p>
              <a:p>
                <a:pPr marL="285750" indent="-285750" algn="l">
                  <a:lnSpc>
                    <a:spcPct val="90000"/>
                  </a:lnSpc>
                  <a:spcAft>
                    <a:spcPts val="600"/>
                  </a:spcAft>
                  <a:buFont typeface="Arial" panose="020B0604020202020204" pitchFamily="34" charset="0"/>
                  <a:buChar char="•"/>
                </a:pPr>
                <a:r>
                  <a:rPr lang="en-US" sz="1400">
                    <a:solidFill>
                      <a:srgbClr val="0070C0"/>
                    </a:solidFill>
                    <a:cs typeface="Arial" panose="020B0604020202020204" pitchFamily="34" charset="0"/>
                  </a:rPr>
                  <a:t>Run calibration algorithm (e.g., GA, SA, TS)</a:t>
                </a:r>
              </a:p>
            </p:txBody>
          </p:sp>
        </p:grpSp>
      </p:grpSp>
      <p:cxnSp>
        <p:nvCxnSpPr>
          <p:cNvPr id="33" name="Straight Arrow Connector 32">
            <a:extLst>
              <a:ext uri="{FF2B5EF4-FFF2-40B4-BE49-F238E27FC236}">
                <a16:creationId xmlns:a16="http://schemas.microsoft.com/office/drawing/2014/main" id="{4F2540DA-3EB0-F51E-C1AB-872A6B1038A4}"/>
              </a:ext>
            </a:extLst>
          </p:cNvPr>
          <p:cNvCxnSpPr>
            <a:cxnSpLocks/>
          </p:cNvCxnSpPr>
          <p:nvPr/>
        </p:nvCxnSpPr>
        <p:spPr>
          <a:xfrm>
            <a:off x="7484364" y="3730752"/>
            <a:ext cx="0" cy="448056"/>
          </a:xfrm>
          <a:prstGeom prst="straightConnector1">
            <a:avLst/>
          </a:prstGeom>
          <a:ln w="25400">
            <a:tailEnd type="triangle"/>
          </a:ln>
        </p:spPr>
        <p:style>
          <a:lnRef idx="1">
            <a:schemeClr val="dk1"/>
          </a:lnRef>
          <a:fillRef idx="0">
            <a:schemeClr val="dk1"/>
          </a:fillRef>
          <a:effectRef idx="0">
            <a:schemeClr val="dk1"/>
          </a:effectRef>
          <a:fontRef idx="minor">
            <a:schemeClr val="tx1"/>
          </a:fontRef>
        </p:style>
      </p:cxnSp>
      <p:sp>
        <p:nvSpPr>
          <p:cNvPr id="35" name="Rectangle 34">
            <a:extLst>
              <a:ext uri="{FF2B5EF4-FFF2-40B4-BE49-F238E27FC236}">
                <a16:creationId xmlns:a16="http://schemas.microsoft.com/office/drawing/2014/main" id="{C23C86D6-69E1-5341-531A-4D7775F68747}"/>
              </a:ext>
            </a:extLst>
          </p:cNvPr>
          <p:cNvSpPr/>
          <p:nvPr/>
        </p:nvSpPr>
        <p:spPr>
          <a:xfrm>
            <a:off x="3802456" y="3538120"/>
            <a:ext cx="1474448" cy="655465"/>
          </a:xfrm>
          <a:prstGeom prst="rect">
            <a:avLst/>
          </a:prstGeom>
          <a:solidFill>
            <a:schemeClr val="bg1"/>
          </a:solidFill>
          <a:ln w="19050">
            <a:solidFill>
              <a:srgbClr val="002060"/>
            </a:solidFill>
            <a:miter lim="800000"/>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182880" tIns="182880" rIns="182880" bIns="182880" numCol="1" spcCol="0" rtlCol="0" fromWordArt="0" anchor="ctr" anchorCtr="0" forceAA="0" compatLnSpc="1">
            <a:prstTxWarp prst="textNoShape">
              <a:avLst/>
            </a:prstTxWarp>
            <a:noAutofit/>
          </a:bodyPr>
          <a:lstStyle/>
          <a:p>
            <a:pPr algn="ctr">
              <a:lnSpc>
                <a:spcPct val="90000"/>
              </a:lnSpc>
            </a:pPr>
            <a:r>
              <a:rPr lang="en-US" sz="1600">
                <a:solidFill>
                  <a:srgbClr val="002060"/>
                </a:solidFill>
                <a:cs typeface="Arial" panose="020B0604020202020204" pitchFamily="34" charset="0"/>
              </a:rPr>
              <a:t>New set of parameters</a:t>
            </a:r>
          </a:p>
        </p:txBody>
      </p:sp>
      <p:cxnSp>
        <p:nvCxnSpPr>
          <p:cNvPr id="36" name="Connector: Elbow 35">
            <a:extLst>
              <a:ext uri="{FF2B5EF4-FFF2-40B4-BE49-F238E27FC236}">
                <a16:creationId xmlns:a16="http://schemas.microsoft.com/office/drawing/2014/main" id="{36A9F5E1-DC7A-DFB6-A3C2-527B1071B47B}"/>
              </a:ext>
            </a:extLst>
          </p:cNvPr>
          <p:cNvCxnSpPr>
            <a:cxnSpLocks/>
          </p:cNvCxnSpPr>
          <p:nvPr/>
        </p:nvCxnSpPr>
        <p:spPr>
          <a:xfrm flipV="1">
            <a:off x="5276903" y="2607398"/>
            <a:ext cx="1973437" cy="1140737"/>
          </a:xfrm>
          <a:prstGeom prst="bentConnector3">
            <a:avLst>
              <a:gd name="adj1" fmla="val 22015"/>
            </a:avLst>
          </a:prstGeom>
          <a:ln w="25400">
            <a:solidFill>
              <a:schemeClr val="tx1"/>
            </a:solidFill>
            <a:miter lim="800000"/>
            <a:tailEnd type="triangle"/>
          </a:ln>
        </p:spPr>
        <p:style>
          <a:lnRef idx="1">
            <a:schemeClr val="accent1"/>
          </a:lnRef>
          <a:fillRef idx="0">
            <a:schemeClr val="accent1"/>
          </a:fillRef>
          <a:effectRef idx="0">
            <a:schemeClr val="accent1"/>
          </a:effectRef>
          <a:fontRef idx="minor">
            <a:schemeClr val="tx1"/>
          </a:fontRef>
        </p:style>
      </p:cxnSp>
      <p:cxnSp>
        <p:nvCxnSpPr>
          <p:cNvPr id="37" name="Connector: Elbow 36">
            <a:extLst>
              <a:ext uri="{FF2B5EF4-FFF2-40B4-BE49-F238E27FC236}">
                <a16:creationId xmlns:a16="http://schemas.microsoft.com/office/drawing/2014/main" id="{06C4E3FF-8E15-46E2-77B6-DAF289D6D926}"/>
              </a:ext>
            </a:extLst>
          </p:cNvPr>
          <p:cNvCxnSpPr>
            <a:cxnSpLocks/>
          </p:cNvCxnSpPr>
          <p:nvPr/>
        </p:nvCxnSpPr>
        <p:spPr>
          <a:xfrm rot="10800000">
            <a:off x="5276904" y="3924221"/>
            <a:ext cx="882470" cy="1413636"/>
          </a:xfrm>
          <a:prstGeom prst="bentConnector3">
            <a:avLst>
              <a:gd name="adj1" fmla="val 50000"/>
            </a:avLst>
          </a:prstGeom>
          <a:ln w="25400">
            <a:solidFill>
              <a:schemeClr val="tx1"/>
            </a:solidFill>
            <a:miter lim="800000"/>
            <a:tailEnd type="triangle"/>
          </a:ln>
        </p:spPr>
        <p:style>
          <a:lnRef idx="1">
            <a:schemeClr val="accent1"/>
          </a:lnRef>
          <a:fillRef idx="0">
            <a:schemeClr val="accent1"/>
          </a:fillRef>
          <a:effectRef idx="0">
            <a:schemeClr val="accent1"/>
          </a:effectRef>
          <a:fontRef idx="minor">
            <a:schemeClr val="tx1"/>
          </a:fontRef>
        </p:style>
      </p:cxnSp>
      <p:grpSp>
        <p:nvGrpSpPr>
          <p:cNvPr id="23" name="Group 2">
            <a:extLst>
              <a:ext uri="{FF2B5EF4-FFF2-40B4-BE49-F238E27FC236}">
                <a16:creationId xmlns:a16="http://schemas.microsoft.com/office/drawing/2014/main" id="{1E051F23-A341-4EC7-316C-2CA8F27252C3}"/>
              </a:ext>
            </a:extLst>
          </p:cNvPr>
          <p:cNvGrpSpPr/>
          <p:nvPr/>
        </p:nvGrpSpPr>
        <p:grpSpPr>
          <a:xfrm>
            <a:off x="128016" y="1719072"/>
            <a:ext cx="3029893" cy="2009172"/>
            <a:chOff x="326424" y="3433458"/>
            <a:chExt cx="2038956" cy="853329"/>
          </a:xfrm>
        </p:grpSpPr>
        <p:grpSp>
          <p:nvGrpSpPr>
            <p:cNvPr id="4" name="Group 3">
              <a:extLst>
                <a:ext uri="{FF2B5EF4-FFF2-40B4-BE49-F238E27FC236}">
                  <a16:creationId xmlns:a16="http://schemas.microsoft.com/office/drawing/2014/main" id="{3C51A73C-8EB1-E45E-7842-529E9DAAA932}"/>
                </a:ext>
              </a:extLst>
            </p:cNvPr>
            <p:cNvGrpSpPr/>
            <p:nvPr/>
          </p:nvGrpSpPr>
          <p:grpSpPr>
            <a:xfrm>
              <a:off x="326424" y="3433458"/>
              <a:ext cx="2034540" cy="159237"/>
              <a:chOff x="906780" y="2674620"/>
              <a:chExt cx="2034540" cy="159237"/>
            </a:xfrm>
          </p:grpSpPr>
          <p:sp>
            <p:nvSpPr>
              <p:cNvPr id="9" name="Rectangle 8">
                <a:extLst>
                  <a:ext uri="{FF2B5EF4-FFF2-40B4-BE49-F238E27FC236}">
                    <a16:creationId xmlns:a16="http://schemas.microsoft.com/office/drawing/2014/main" id="{6B0E1F16-8C05-556F-A95D-28C6F3D1ECD0}"/>
                  </a:ext>
                </a:extLst>
              </p:cNvPr>
              <p:cNvSpPr/>
              <p:nvPr/>
            </p:nvSpPr>
            <p:spPr>
              <a:xfrm>
                <a:off x="906780" y="2674620"/>
                <a:ext cx="2034540" cy="159237"/>
              </a:xfrm>
              <a:prstGeom prst="rect">
                <a:avLst/>
              </a:prstGeom>
              <a:solidFill>
                <a:srgbClr val="C00000"/>
              </a:solidFill>
              <a:ln w="19050">
                <a:solidFill>
                  <a:srgbClr val="C00000"/>
                </a:solidFill>
                <a:miter lim="800000"/>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182880" tIns="182880" rIns="182880" bIns="182880" numCol="1" spcCol="0" rtlCol="0" fromWordArt="0" anchor="ctr" anchorCtr="0" forceAA="0" compatLnSpc="1">
                <a:prstTxWarp prst="textNoShape">
                  <a:avLst/>
                </a:prstTxWarp>
                <a:noAutofit/>
              </a:bodyPr>
              <a:lstStyle/>
              <a:p>
                <a:pPr algn="l">
                  <a:lnSpc>
                    <a:spcPct val="90000"/>
                  </a:lnSpc>
                </a:pPr>
                <a:endParaRPr lang="en-US">
                  <a:solidFill>
                    <a:schemeClr val="tx1"/>
                  </a:solidFill>
                </a:endParaRPr>
              </a:p>
            </p:txBody>
          </p:sp>
          <p:sp>
            <p:nvSpPr>
              <p:cNvPr id="10" name="TextBox 9">
                <a:extLst>
                  <a:ext uri="{FF2B5EF4-FFF2-40B4-BE49-F238E27FC236}">
                    <a16:creationId xmlns:a16="http://schemas.microsoft.com/office/drawing/2014/main" id="{10C946DF-A7AB-0207-7350-267B65E08B44}"/>
                  </a:ext>
                </a:extLst>
              </p:cNvPr>
              <p:cNvSpPr txBox="1"/>
              <p:nvPr/>
            </p:nvSpPr>
            <p:spPr>
              <a:xfrm>
                <a:off x="1061856" y="2688705"/>
                <a:ext cx="1714500" cy="133332"/>
              </a:xfrm>
              <a:prstGeom prst="rect">
                <a:avLst/>
              </a:prstGeom>
              <a:noFill/>
            </p:spPr>
            <p:txBody>
              <a:bodyPr wrap="square" rtlCol="0">
                <a:noAutofit/>
              </a:bodyPr>
              <a:lstStyle/>
              <a:p>
                <a:pPr algn="ctr">
                  <a:lnSpc>
                    <a:spcPct val="90000"/>
                  </a:lnSpc>
                </a:pPr>
                <a:r>
                  <a:rPr lang="en-US" sz="1600" b="1">
                    <a:solidFill>
                      <a:schemeClr val="bg1"/>
                    </a:solidFill>
                    <a:cs typeface="Arial" panose="020B0604020202020204" pitchFamily="34" charset="0"/>
                  </a:rPr>
                  <a:t>SUMO (TraCI)</a:t>
                </a:r>
              </a:p>
            </p:txBody>
          </p:sp>
        </p:grpSp>
        <p:grpSp>
          <p:nvGrpSpPr>
            <p:cNvPr id="5" name="Group 4">
              <a:extLst>
                <a:ext uri="{FF2B5EF4-FFF2-40B4-BE49-F238E27FC236}">
                  <a16:creationId xmlns:a16="http://schemas.microsoft.com/office/drawing/2014/main" id="{652F0077-EC9C-DD37-5686-FAB6C84DD71F}"/>
                </a:ext>
              </a:extLst>
            </p:cNvPr>
            <p:cNvGrpSpPr/>
            <p:nvPr/>
          </p:nvGrpSpPr>
          <p:grpSpPr>
            <a:xfrm>
              <a:off x="326424" y="3592695"/>
              <a:ext cx="2038956" cy="694092"/>
              <a:chOff x="906780" y="2826237"/>
              <a:chExt cx="2038956" cy="694092"/>
            </a:xfrm>
          </p:grpSpPr>
          <p:sp>
            <p:nvSpPr>
              <p:cNvPr id="6" name="Rectangle 5">
                <a:extLst>
                  <a:ext uri="{FF2B5EF4-FFF2-40B4-BE49-F238E27FC236}">
                    <a16:creationId xmlns:a16="http://schemas.microsoft.com/office/drawing/2014/main" id="{A043E370-F9A2-B63D-2ED7-4BC34C47CE0E}"/>
                  </a:ext>
                </a:extLst>
              </p:cNvPr>
              <p:cNvSpPr/>
              <p:nvPr/>
            </p:nvSpPr>
            <p:spPr>
              <a:xfrm>
                <a:off x="906780" y="2826237"/>
                <a:ext cx="2034540" cy="694092"/>
              </a:xfrm>
              <a:prstGeom prst="rect">
                <a:avLst/>
              </a:prstGeom>
              <a:solidFill>
                <a:schemeClr val="bg1"/>
              </a:solidFill>
              <a:ln w="19050">
                <a:solidFill>
                  <a:srgbClr val="C00000"/>
                </a:solidFill>
                <a:miter lim="800000"/>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182880" tIns="182880" rIns="182880" bIns="182880" numCol="1" spcCol="0" rtlCol="0" fromWordArt="0" anchor="ctr" anchorCtr="0" forceAA="0" compatLnSpc="1">
                <a:prstTxWarp prst="textNoShape">
                  <a:avLst/>
                </a:prstTxWarp>
                <a:noAutofit/>
              </a:bodyPr>
              <a:lstStyle/>
              <a:p>
                <a:pPr algn="l">
                  <a:lnSpc>
                    <a:spcPct val="90000"/>
                  </a:lnSpc>
                </a:pPr>
                <a:endParaRPr lang="en-US">
                  <a:solidFill>
                    <a:schemeClr val="tx1"/>
                  </a:solidFill>
                </a:endParaRPr>
              </a:p>
            </p:txBody>
          </p:sp>
          <p:sp>
            <p:nvSpPr>
              <p:cNvPr id="8" name="Rectangle 7">
                <a:extLst>
                  <a:ext uri="{FF2B5EF4-FFF2-40B4-BE49-F238E27FC236}">
                    <a16:creationId xmlns:a16="http://schemas.microsoft.com/office/drawing/2014/main" id="{A1BF6B50-6167-7E12-2BC0-CB37F166CE2A}"/>
                  </a:ext>
                </a:extLst>
              </p:cNvPr>
              <p:cNvSpPr/>
              <p:nvPr/>
            </p:nvSpPr>
            <p:spPr>
              <a:xfrm>
                <a:off x="906780" y="2851167"/>
                <a:ext cx="2038956" cy="627541"/>
              </a:xfrm>
              <a:prstGeom prst="rect">
                <a:avLst/>
              </a:prstGeom>
              <a:noFill/>
              <a:ln w="12700">
                <a:noFill/>
                <a:miter lim="800000"/>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182880" tIns="182880" rIns="182880" bIns="182880" numCol="1" spcCol="0" rtlCol="0" fromWordArt="0" anchor="ctr" anchorCtr="0" forceAA="0" compatLnSpc="1">
                <a:prstTxWarp prst="textNoShape">
                  <a:avLst/>
                </a:prstTxWarp>
                <a:noAutofit/>
              </a:bodyPr>
              <a:lstStyle/>
              <a:p>
                <a:pPr marL="285750" indent="-285750" algn="l">
                  <a:lnSpc>
                    <a:spcPct val="90000"/>
                  </a:lnSpc>
                  <a:spcAft>
                    <a:spcPts val="600"/>
                  </a:spcAft>
                  <a:buFont typeface="Arial" panose="020B0604020202020204" pitchFamily="34" charset="0"/>
                  <a:buChar char="•"/>
                </a:pPr>
                <a:r>
                  <a:rPr lang="en-US" sz="1400" dirty="0">
                    <a:solidFill>
                      <a:srgbClr val="C00000"/>
                    </a:solidFill>
                    <a:cs typeface="Arial" panose="020B0604020202020204" pitchFamily="34" charset="0"/>
                  </a:rPr>
                  <a:t>Write turn ratios and inflows to XML</a:t>
                </a:r>
              </a:p>
              <a:p>
                <a:pPr marL="285750" indent="-285750" algn="l">
                  <a:lnSpc>
                    <a:spcPct val="90000"/>
                  </a:lnSpc>
                  <a:spcAft>
                    <a:spcPts val="600"/>
                  </a:spcAft>
                  <a:buFont typeface="Arial" panose="020B0604020202020204" pitchFamily="34" charset="0"/>
                  <a:buChar char="•"/>
                </a:pPr>
                <a:r>
                  <a:rPr lang="en-US" sz="1400" dirty="0">
                    <a:solidFill>
                      <a:srgbClr val="C00000"/>
                    </a:solidFill>
                    <a:cs typeface="Arial" panose="020B0604020202020204" pitchFamily="34" charset="0"/>
                  </a:rPr>
                  <a:t>Build routes with </a:t>
                </a:r>
                <a:r>
                  <a:rPr lang="en-US" sz="1400" dirty="0" err="1">
                    <a:solidFill>
                      <a:srgbClr val="C00000"/>
                    </a:solidFill>
                    <a:cs typeface="Arial" panose="020B0604020202020204" pitchFamily="34" charset="0"/>
                  </a:rPr>
                  <a:t>jtrrouter</a:t>
                </a:r>
                <a:endParaRPr lang="en-US" sz="1400" dirty="0">
                  <a:solidFill>
                    <a:srgbClr val="C00000"/>
                  </a:solidFill>
                  <a:cs typeface="Arial" panose="020B0604020202020204" pitchFamily="34" charset="0"/>
                </a:endParaRPr>
              </a:p>
              <a:p>
                <a:pPr marL="285750" indent="-285750" algn="l">
                  <a:lnSpc>
                    <a:spcPct val="90000"/>
                  </a:lnSpc>
                  <a:spcAft>
                    <a:spcPts val="600"/>
                  </a:spcAft>
                  <a:buFont typeface="Arial" panose="020B0604020202020204" pitchFamily="34" charset="0"/>
                  <a:buChar char="•"/>
                </a:pPr>
                <a:r>
                  <a:rPr lang="en-US" sz="1400" dirty="0">
                    <a:solidFill>
                      <a:srgbClr val="C00000"/>
                    </a:solidFill>
                    <a:cs typeface="Arial" panose="020B0604020202020204" pitchFamily="34" charset="0"/>
                  </a:rPr>
                  <a:t>Run the simulation</a:t>
                </a:r>
              </a:p>
            </p:txBody>
          </p:sp>
        </p:grpSp>
      </p:grpSp>
      <p:grpSp>
        <p:nvGrpSpPr>
          <p:cNvPr id="24" name="Group 24">
            <a:extLst>
              <a:ext uri="{FF2B5EF4-FFF2-40B4-BE49-F238E27FC236}">
                <a16:creationId xmlns:a16="http://schemas.microsoft.com/office/drawing/2014/main" id="{30E93E3C-158F-CC0B-F45F-77217F24A243}"/>
              </a:ext>
            </a:extLst>
          </p:cNvPr>
          <p:cNvGrpSpPr/>
          <p:nvPr/>
        </p:nvGrpSpPr>
        <p:grpSpPr>
          <a:xfrm>
            <a:off x="530351" y="4178808"/>
            <a:ext cx="2627250" cy="2009172"/>
            <a:chOff x="326424" y="3433458"/>
            <a:chExt cx="2038956" cy="853329"/>
          </a:xfrm>
        </p:grpSpPr>
        <p:grpSp>
          <p:nvGrpSpPr>
            <p:cNvPr id="26" name="Group 25">
              <a:extLst>
                <a:ext uri="{FF2B5EF4-FFF2-40B4-BE49-F238E27FC236}">
                  <a16:creationId xmlns:a16="http://schemas.microsoft.com/office/drawing/2014/main" id="{2BC8629C-4287-4854-1066-2A1EBC00DAD0}"/>
                </a:ext>
              </a:extLst>
            </p:cNvPr>
            <p:cNvGrpSpPr/>
            <p:nvPr/>
          </p:nvGrpSpPr>
          <p:grpSpPr>
            <a:xfrm>
              <a:off x="326424" y="3433458"/>
              <a:ext cx="2034540" cy="159237"/>
              <a:chOff x="906780" y="2674620"/>
              <a:chExt cx="2034540" cy="159237"/>
            </a:xfrm>
          </p:grpSpPr>
          <p:sp>
            <p:nvSpPr>
              <p:cNvPr id="30" name="Rectangle 29">
                <a:extLst>
                  <a:ext uri="{FF2B5EF4-FFF2-40B4-BE49-F238E27FC236}">
                    <a16:creationId xmlns:a16="http://schemas.microsoft.com/office/drawing/2014/main" id="{C4913B7F-E207-62E4-9FC6-FE44C2112A46}"/>
                  </a:ext>
                </a:extLst>
              </p:cNvPr>
              <p:cNvSpPr/>
              <p:nvPr/>
            </p:nvSpPr>
            <p:spPr>
              <a:xfrm>
                <a:off x="906780" y="2674620"/>
                <a:ext cx="2034540" cy="159237"/>
              </a:xfrm>
              <a:prstGeom prst="rect">
                <a:avLst/>
              </a:prstGeom>
              <a:solidFill>
                <a:srgbClr val="C00000"/>
              </a:solidFill>
              <a:ln w="19050">
                <a:solidFill>
                  <a:srgbClr val="C00000"/>
                </a:solidFill>
                <a:miter lim="800000"/>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182880" tIns="182880" rIns="182880" bIns="182880" numCol="1" spcCol="0" rtlCol="0" fromWordArt="0" anchor="ctr" anchorCtr="0" forceAA="0" compatLnSpc="1">
                <a:prstTxWarp prst="textNoShape">
                  <a:avLst/>
                </a:prstTxWarp>
                <a:noAutofit/>
              </a:bodyPr>
              <a:lstStyle/>
              <a:p>
                <a:pPr algn="l">
                  <a:lnSpc>
                    <a:spcPct val="90000"/>
                  </a:lnSpc>
                </a:pPr>
                <a:endParaRPr lang="en-US">
                  <a:solidFill>
                    <a:schemeClr val="tx1"/>
                  </a:solidFill>
                </a:endParaRPr>
              </a:p>
            </p:txBody>
          </p:sp>
          <p:sp>
            <p:nvSpPr>
              <p:cNvPr id="31" name="TextBox 30">
                <a:extLst>
                  <a:ext uri="{FF2B5EF4-FFF2-40B4-BE49-F238E27FC236}">
                    <a16:creationId xmlns:a16="http://schemas.microsoft.com/office/drawing/2014/main" id="{B8A73407-725D-F192-7C20-A50E4A72CAE3}"/>
                  </a:ext>
                </a:extLst>
              </p:cNvPr>
              <p:cNvSpPr txBox="1"/>
              <p:nvPr/>
            </p:nvSpPr>
            <p:spPr>
              <a:xfrm>
                <a:off x="1061856" y="2688705"/>
                <a:ext cx="1714500" cy="133332"/>
              </a:xfrm>
              <a:prstGeom prst="rect">
                <a:avLst/>
              </a:prstGeom>
              <a:noFill/>
            </p:spPr>
            <p:txBody>
              <a:bodyPr wrap="square" rtlCol="0">
                <a:noAutofit/>
              </a:bodyPr>
              <a:lstStyle/>
              <a:p>
                <a:pPr algn="ctr">
                  <a:lnSpc>
                    <a:spcPct val="90000"/>
                  </a:lnSpc>
                </a:pPr>
                <a:r>
                  <a:rPr lang="en-US" sz="1600" b="1">
                    <a:solidFill>
                      <a:schemeClr val="bg1"/>
                    </a:solidFill>
                    <a:cs typeface="Arial" panose="020B0604020202020204" pitchFamily="34" charset="0"/>
                  </a:rPr>
                  <a:t>Python  |  SUMO</a:t>
                </a:r>
              </a:p>
            </p:txBody>
          </p:sp>
        </p:grpSp>
        <p:grpSp>
          <p:nvGrpSpPr>
            <p:cNvPr id="27" name="Group 26">
              <a:extLst>
                <a:ext uri="{FF2B5EF4-FFF2-40B4-BE49-F238E27FC236}">
                  <a16:creationId xmlns:a16="http://schemas.microsoft.com/office/drawing/2014/main" id="{13B6D6D7-8CF5-7E1E-4494-897E68148FD1}"/>
                </a:ext>
              </a:extLst>
            </p:cNvPr>
            <p:cNvGrpSpPr/>
            <p:nvPr/>
          </p:nvGrpSpPr>
          <p:grpSpPr>
            <a:xfrm>
              <a:off x="326424" y="3592695"/>
              <a:ext cx="2038956" cy="694092"/>
              <a:chOff x="906780" y="2826237"/>
              <a:chExt cx="2038956" cy="694092"/>
            </a:xfrm>
          </p:grpSpPr>
          <p:sp>
            <p:nvSpPr>
              <p:cNvPr id="28" name="Rectangle 27">
                <a:extLst>
                  <a:ext uri="{FF2B5EF4-FFF2-40B4-BE49-F238E27FC236}">
                    <a16:creationId xmlns:a16="http://schemas.microsoft.com/office/drawing/2014/main" id="{2F6C5DCB-7F69-45F0-7E9D-61018D60C12C}"/>
                  </a:ext>
                </a:extLst>
              </p:cNvPr>
              <p:cNvSpPr/>
              <p:nvPr/>
            </p:nvSpPr>
            <p:spPr>
              <a:xfrm>
                <a:off x="906780" y="2826237"/>
                <a:ext cx="2034540" cy="694092"/>
              </a:xfrm>
              <a:prstGeom prst="rect">
                <a:avLst/>
              </a:prstGeom>
              <a:solidFill>
                <a:schemeClr val="bg1"/>
              </a:solidFill>
              <a:ln w="19050">
                <a:solidFill>
                  <a:srgbClr val="C00000"/>
                </a:solidFill>
                <a:miter lim="800000"/>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182880" tIns="182880" rIns="182880" bIns="182880" numCol="1" spcCol="0" rtlCol="0" fromWordArt="0" anchor="ctr" anchorCtr="0" forceAA="0" compatLnSpc="1">
                <a:prstTxWarp prst="textNoShape">
                  <a:avLst/>
                </a:prstTxWarp>
                <a:noAutofit/>
              </a:bodyPr>
              <a:lstStyle/>
              <a:p>
                <a:pPr algn="l">
                  <a:lnSpc>
                    <a:spcPct val="90000"/>
                  </a:lnSpc>
                </a:pPr>
                <a:endParaRPr lang="en-US">
                  <a:solidFill>
                    <a:schemeClr val="tx1"/>
                  </a:solidFill>
                </a:endParaRPr>
              </a:p>
            </p:txBody>
          </p:sp>
          <p:sp>
            <p:nvSpPr>
              <p:cNvPr id="29" name="Rectangle 28">
                <a:extLst>
                  <a:ext uri="{FF2B5EF4-FFF2-40B4-BE49-F238E27FC236}">
                    <a16:creationId xmlns:a16="http://schemas.microsoft.com/office/drawing/2014/main" id="{D08055AE-6ECC-BB96-E002-7E92AE2273FB}"/>
                  </a:ext>
                </a:extLst>
              </p:cNvPr>
              <p:cNvSpPr/>
              <p:nvPr/>
            </p:nvSpPr>
            <p:spPr>
              <a:xfrm>
                <a:off x="906780" y="2851167"/>
                <a:ext cx="2038956" cy="627541"/>
              </a:xfrm>
              <a:prstGeom prst="rect">
                <a:avLst/>
              </a:prstGeom>
              <a:noFill/>
              <a:ln w="12700">
                <a:noFill/>
                <a:miter lim="800000"/>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182880" tIns="182880" rIns="182880" bIns="182880" numCol="1" spcCol="0" rtlCol="0" fromWordArt="0" anchor="ctr" anchorCtr="0" forceAA="0" compatLnSpc="1">
                <a:prstTxWarp prst="textNoShape">
                  <a:avLst/>
                </a:prstTxWarp>
                <a:noAutofit/>
              </a:bodyPr>
              <a:lstStyle/>
              <a:p>
                <a:pPr marL="285750" indent="-285750" algn="l">
                  <a:lnSpc>
                    <a:spcPct val="90000"/>
                  </a:lnSpc>
                  <a:spcAft>
                    <a:spcPts val="600"/>
                  </a:spcAft>
                  <a:buFont typeface="Arial" panose="020B0604020202020204" pitchFamily="34" charset="0"/>
                  <a:buChar char="•"/>
                </a:pPr>
                <a:r>
                  <a:rPr lang="en-US" sz="1400">
                    <a:solidFill>
                      <a:srgbClr val="C00000"/>
                    </a:solidFill>
                    <a:cs typeface="Arial" panose="020B0604020202020204" pitchFamily="34" charset="0"/>
                  </a:rPr>
                  <a:t>Read counts from EdgeData.xml</a:t>
                </a:r>
              </a:p>
              <a:p>
                <a:pPr marL="285750" indent="-285750" algn="l">
                  <a:lnSpc>
                    <a:spcPct val="90000"/>
                  </a:lnSpc>
                  <a:spcAft>
                    <a:spcPts val="600"/>
                  </a:spcAft>
                  <a:buFont typeface="Arial" panose="020B0604020202020204" pitchFamily="34" charset="0"/>
                  <a:buChar char="•"/>
                </a:pPr>
                <a:r>
                  <a:rPr lang="en-US" sz="1400">
                    <a:solidFill>
                      <a:srgbClr val="C00000"/>
                    </a:solidFill>
                    <a:cs typeface="Arial" panose="020B0604020202020204" pitchFamily="34" charset="0"/>
                  </a:rPr>
                  <a:t>Run calibration algorithm (e.g., GA, SA, TS)</a:t>
                </a:r>
              </a:p>
            </p:txBody>
          </p:sp>
        </p:grpSp>
      </p:grpSp>
      <p:cxnSp>
        <p:nvCxnSpPr>
          <p:cNvPr id="32" name="Straight Arrow Connector 32">
            <a:extLst>
              <a:ext uri="{FF2B5EF4-FFF2-40B4-BE49-F238E27FC236}">
                <a16:creationId xmlns:a16="http://schemas.microsoft.com/office/drawing/2014/main" id="{4F2540DA-3EB0-F51E-C1AB-872A6B1038A4}"/>
              </a:ext>
            </a:extLst>
          </p:cNvPr>
          <p:cNvCxnSpPr>
            <a:cxnSpLocks/>
          </p:cNvCxnSpPr>
          <p:nvPr/>
        </p:nvCxnSpPr>
        <p:spPr>
          <a:xfrm>
            <a:off x="1842516" y="3730752"/>
            <a:ext cx="0" cy="448056"/>
          </a:xfrm>
          <a:prstGeom prst="straightConnector1">
            <a:avLst/>
          </a:prstGeom>
          <a:ln w="25400">
            <a:tailEnd type="triangle"/>
          </a:ln>
        </p:spPr>
        <p:style>
          <a:lnRef idx="1">
            <a:schemeClr val="dk1"/>
          </a:lnRef>
          <a:fillRef idx="0">
            <a:schemeClr val="dk1"/>
          </a:fillRef>
          <a:effectRef idx="0">
            <a:schemeClr val="dk1"/>
          </a:effectRef>
          <a:fontRef idx="minor">
            <a:schemeClr val="tx1"/>
          </a:fontRef>
        </p:style>
      </p:cxnSp>
      <p:cxnSp>
        <p:nvCxnSpPr>
          <p:cNvPr id="34" name="Connector: Elbow 35">
            <a:extLst>
              <a:ext uri="{FF2B5EF4-FFF2-40B4-BE49-F238E27FC236}">
                <a16:creationId xmlns:a16="http://schemas.microsoft.com/office/drawing/2014/main" id="{36A9F5E1-DC7A-DFB6-A3C2-527B1071B47B}"/>
              </a:ext>
            </a:extLst>
          </p:cNvPr>
          <p:cNvCxnSpPr>
            <a:cxnSpLocks/>
          </p:cNvCxnSpPr>
          <p:nvPr/>
        </p:nvCxnSpPr>
        <p:spPr>
          <a:xfrm flipH="1" flipV="1">
            <a:off x="3154680" y="2607398"/>
            <a:ext cx="649224" cy="1140737"/>
          </a:xfrm>
          <a:prstGeom prst="bentConnector3">
            <a:avLst>
              <a:gd name="adj1" fmla="val 22015"/>
            </a:avLst>
          </a:prstGeom>
          <a:ln w="25400">
            <a:solidFill>
              <a:schemeClr val="tx1"/>
            </a:solidFill>
            <a:miter lim="800000"/>
            <a:tailEnd type="triangle"/>
          </a:ln>
        </p:spPr>
        <p:style>
          <a:lnRef idx="1">
            <a:schemeClr val="accent1"/>
          </a:lnRef>
          <a:fillRef idx="0">
            <a:schemeClr val="accent1"/>
          </a:fillRef>
          <a:effectRef idx="0">
            <a:schemeClr val="accent1"/>
          </a:effectRef>
          <a:fontRef idx="minor">
            <a:schemeClr val="tx1"/>
          </a:fontRef>
        </p:style>
      </p:cxnSp>
      <p:cxnSp>
        <p:nvCxnSpPr>
          <p:cNvPr id="39" name="Connector: Elbow 36">
            <a:extLst>
              <a:ext uri="{FF2B5EF4-FFF2-40B4-BE49-F238E27FC236}">
                <a16:creationId xmlns:a16="http://schemas.microsoft.com/office/drawing/2014/main" id="{06C4E3FF-8E15-46E2-77B6-DAF289D6D926}"/>
              </a:ext>
            </a:extLst>
          </p:cNvPr>
          <p:cNvCxnSpPr>
            <a:cxnSpLocks/>
          </p:cNvCxnSpPr>
          <p:nvPr/>
        </p:nvCxnSpPr>
        <p:spPr>
          <a:xfrm rot="10800000" flipH="1">
            <a:off x="3154680" y="3924221"/>
            <a:ext cx="649224" cy="1413636"/>
          </a:xfrm>
          <a:prstGeom prst="bentConnector3">
            <a:avLst>
              <a:gd name="adj1" fmla="val 50000"/>
            </a:avLst>
          </a:prstGeom>
          <a:ln w="25400">
            <a:solidFill>
              <a:schemeClr val="tx1"/>
            </a:solidFill>
            <a:miter lim="800000"/>
            <a:tailEnd type="triangle"/>
          </a:ln>
        </p:spPr>
        <p:style>
          <a:lnRef idx="1">
            <a:schemeClr val="accent1"/>
          </a:lnRef>
          <a:fillRef idx="0">
            <a:schemeClr val="accent1"/>
          </a:fillRef>
          <a:effectRef idx="0">
            <a:schemeClr val="accent1"/>
          </a:effectRef>
          <a:fontRef idx="minor">
            <a:schemeClr val="tx1"/>
          </a:fontRef>
        </p:style>
      </p:cxnSp>
      <p:sp>
        <p:nvSpPr>
          <p:cNvPr id="38" name="TextBox 37"/>
          <p:cNvSpPr txBox="1"/>
          <p:nvPr/>
        </p:nvSpPr>
        <p:spPr>
          <a:xfrm>
            <a:off x="283464" y="1335024"/>
            <a:ext cx="11521440" cy="310896"/>
          </a:xfrm>
          <a:prstGeom prst="rect">
            <a:avLst/>
          </a:prstGeom>
          <a:noFill/>
        </p:spPr>
        <p:txBody>
          <a:bodyPr wrap="square">
            <a:noAutofit/>
          </a:bodyPr>
          <a:lstStyle/>
          <a:p>
            <a:r>
              <a:rPr sz="1200" dirty="0">
                <a:solidFill>
                  <a:srgbClr val="00454D"/>
                </a:solidFill>
                <a:latin typeface="Roboto"/>
              </a:rPr>
              <a:t>Red = SUMO, blue = </a:t>
            </a:r>
            <a:r>
              <a:rPr sz="1200" dirty="0" err="1">
                <a:solidFill>
                  <a:srgbClr val="00454D"/>
                </a:solidFill>
                <a:latin typeface="Roboto"/>
              </a:rPr>
              <a:t>Vissim</a:t>
            </a:r>
            <a:r>
              <a:rPr sz="1200" dirty="0">
                <a:solidFill>
                  <a:srgbClr val="00454D"/>
                </a:solidFill>
                <a:latin typeface="Roboto"/>
              </a:rPr>
              <a:t>.  Same loop and the same algorithms; only the interface differs.</a:t>
            </a:r>
          </a:p>
        </p:txBody>
      </p:sp>
    </p:spTree>
    <p:extLst>
      <p:ext uri="{BB962C8B-B14F-4D97-AF65-F5344CB8AC3E}">
        <p14:creationId xmlns:p14="http://schemas.microsoft.com/office/powerpoint/2010/main" val="1220108967"/>
      </p:ext>
    </p:extLst>
  </p:cSld>
  <p:clrMapOvr>
    <a:masterClrMapping/>
  </p:clrMapOvr>
</p:sld>
</file>

<file path=ppt/theme/theme1.xml><?xml version="1.0" encoding="utf-8"?>
<a:theme xmlns:a="http://schemas.openxmlformats.org/drawingml/2006/main" name="ORNL Presentation">
  <a:themeElements>
    <a:clrScheme name="ORNL-OCT2024">
      <a:dk1>
        <a:srgbClr val="00454D"/>
      </a:dk1>
      <a:lt1>
        <a:srgbClr val="FFFFFF"/>
      </a:lt1>
      <a:dk2>
        <a:srgbClr val="00662C"/>
      </a:dk2>
      <a:lt2>
        <a:srgbClr val="DBDCDB"/>
      </a:lt2>
      <a:accent1>
        <a:srgbClr val="373A36"/>
      </a:accent1>
      <a:accent2>
        <a:srgbClr val="005776"/>
      </a:accent2>
      <a:accent3>
        <a:srgbClr val="006BA6"/>
      </a:accent3>
      <a:accent4>
        <a:srgbClr val="7DBA00"/>
      </a:accent4>
      <a:accent5>
        <a:srgbClr val="00BDB5"/>
      </a:accent5>
      <a:accent6>
        <a:srgbClr val="00B38F"/>
      </a:accent6>
      <a:hlink>
        <a:srgbClr val="00444D"/>
      </a:hlink>
      <a:folHlink>
        <a:srgbClr val="00662C"/>
      </a:folHlink>
    </a:clrScheme>
    <a:fontScheme name="ORNL">
      <a:majorFont>
        <a:latin typeface="Roboto Black"/>
        <a:ea typeface=""/>
        <a:cs typeface=""/>
      </a:majorFont>
      <a:minorFont>
        <a:latin typeface="Robot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custClrLst>
    <a:custClr name="ORNL">
      <a:srgbClr val="00662C"/>
    </a:custClr>
    <a:custClr name="ORNL">
      <a:srgbClr val="00454D"/>
    </a:custClr>
    <a:custClr name="ORNL">
      <a:srgbClr val="DBDCD8"/>
    </a:custClr>
    <a:custClr name="ORNL">
      <a:srgbClr val="373A36"/>
    </a:custClr>
    <a:custClr name="ORNL">
      <a:srgbClr val="FFFFFF"/>
    </a:custClr>
    <a:custClr name="ORNL">
      <a:srgbClr val="005776"/>
    </a:custClr>
    <a:custClr name="ORNL">
      <a:srgbClr val="006BA6"/>
    </a:custClr>
    <a:custClr name="ORNL">
      <a:srgbClr val="7DBA00"/>
    </a:custClr>
    <a:custClr name="ORNL">
      <a:srgbClr val="00BDB5"/>
    </a:custClr>
    <a:custClr name="ORNL">
      <a:srgbClr val="00B38F"/>
    </a:custClr>
    <a:custClr name="ORNL">
      <a:srgbClr val="00492E"/>
    </a:custClr>
    <a:custClr name="ORNL">
      <a:srgbClr val="00572E"/>
    </a:custClr>
    <a:custClr name="ORNL">
      <a:srgbClr val="28A351"/>
    </a:custClr>
    <a:custClr name="ORNL">
      <a:srgbClr val="53D170"/>
    </a:custClr>
    <a:custClr name="ORNL">
      <a:srgbClr val="8FEF9C"/>
    </a:custClr>
    <a:custClr name="ORNL">
      <a:srgbClr val="002837"/>
    </a:custClr>
    <a:custClr name="ORNL">
      <a:srgbClr val="003542"/>
    </a:custClr>
    <a:custClr name="ORNL">
      <a:srgbClr val="259194"/>
    </a:custClr>
    <a:custClr name="ORNL">
      <a:srgbClr val="50C9C2"/>
    </a:custClr>
    <a:custClr name="ORNL">
      <a:srgbClr val="8EEDE0"/>
    </a:custClr>
  </a:custClrLst>
  <a:extLst>
    <a:ext uri="{05A4C25C-085E-4340-85A3-A5531E510DB2}">
      <thm15:themeFamily xmlns:thm15="http://schemas.microsoft.com/office/thememl/2012/main" name="ORNL-Presentation-16x9-Template" id="{212E2FFC-9BA1-2C4E-A636-8C01E485DB51}" vid="{BB20B00B-A94C-8E47-8444-E1BBEE430DD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743c7b53-f640-4d00-8515-39163e402b67">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1242995F48605641897C479CE9B25F82" ma:contentTypeVersion="12" ma:contentTypeDescription="Create a new document." ma:contentTypeScope="" ma:versionID="a7dfb3b918bc7acbb3ebf2bd848459e2">
  <xsd:schema xmlns:xsd="http://www.w3.org/2001/XMLSchema" xmlns:xs="http://www.w3.org/2001/XMLSchema" xmlns:p="http://schemas.microsoft.com/office/2006/metadata/properties" xmlns:ns2="743c7b53-f640-4d00-8515-39163e402b67" targetNamespace="http://schemas.microsoft.com/office/2006/metadata/properties" ma:root="true" ma:fieldsID="3920128abad732a753b9bc3565583da8" ns2:_="">
    <xsd:import namespace="743c7b53-f640-4d00-8515-39163e402b67"/>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MediaServiceGenerationTime" minOccurs="0"/>
                <xsd:element ref="ns2:MediaServiceEventHashCode" minOccurs="0"/>
                <xsd:element ref="ns2:MediaLengthInSeconds" minOccurs="0"/>
                <xsd:element ref="ns2:MediaServiceBillingMetadata" minOccurs="0"/>
                <xsd:element ref="ns2:lcf76f155ced4ddcb4097134ff3c332f"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43c7b53-f640-4d00-8515-39163e402b6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BillingMetadata" ma:index="16" nillable="true" ma:displayName="MediaServiceBillingMetadata" ma:hidden="true" ma:internalName="MediaServiceBillingMetadata" ma:readOnly="true">
      <xsd:simpleType>
        <xsd:restriction base="dms:Note"/>
      </xsd:simpleType>
    </xsd:element>
    <xsd:element name="lcf76f155ced4ddcb4097134ff3c332f" ma:index="18" nillable="true" ma:taxonomy="true" ma:internalName="lcf76f155ced4ddcb4097134ff3c332f" ma:taxonomyFieldName="MediaServiceImageTags" ma:displayName="Image Tags" ma:readOnly="false" ma:fieldId="{5cf76f15-5ced-4ddc-b409-7134ff3c332f}" ma:taxonomyMulti="true" ma:sspId="e8ac8405-059b-47f8-b48a-bbaeae0205a4"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697EDF46-6E43-4F82-8C93-162D27FFCF81}">
  <ds:schemaRefs>
    <ds:schemaRef ds:uri="743c7b53-f640-4d00-8515-39163e402b67"/>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4B9A2000-E3B9-4651-8BE6-61018097E30E}">
  <ds:schemaRefs>
    <ds:schemaRef ds:uri="743c7b53-f640-4d00-8515-39163e402b67"/>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68B1B9CC-5C07-40DB-B570-AD7CD97CA438}">
  <ds:schemaRefs>
    <ds:schemaRef ds:uri="http://schemas.microsoft.com/sharepoint/v3/contenttype/forms"/>
  </ds:schemaRefs>
</ds:datastoreItem>
</file>

<file path=docMetadata/LabelInfo.xml><?xml version="1.0" encoding="utf-8"?>
<clbl:labelList xmlns:clbl="http://schemas.microsoft.com/office/2020/mipLabelMetadata">
  <clbl:label id="{db3dbd43-4c4b-4544-9f8a-0553f9f5f25e}" enabled="0" method="" siteId="{db3dbd43-4c4b-4544-9f8a-0553f9f5f25e}" removed="1"/>
</clbl:labelList>
</file>

<file path=docProps/app.xml><?xml version="1.0" encoding="utf-8"?>
<Properties xmlns="http://schemas.openxmlformats.org/officeDocument/2006/extended-properties" xmlns:vt="http://schemas.openxmlformats.org/officeDocument/2006/docPropsVTypes">
  <Template>ORNL Presentation</Template>
  <TotalTime>23</TotalTime>
  <Words>4237</Words>
  <Application>Microsoft Office PowerPoint</Application>
  <PresentationFormat>Widescreen</PresentationFormat>
  <Paragraphs>344</Paragraphs>
  <Slides>14</Slides>
  <Notes>11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14</vt:i4>
      </vt:variant>
    </vt:vector>
  </HeadingPairs>
  <TitlesOfParts>
    <vt:vector size="22" baseType="lpstr">
      <vt:lpstr>Aptos</vt:lpstr>
      <vt:lpstr>Aptos Display</vt:lpstr>
      <vt:lpstr>Arial</vt:lpstr>
      <vt:lpstr>Calibri</vt:lpstr>
      <vt:lpstr>Roboto</vt:lpstr>
      <vt:lpstr>Roboto Light</vt:lpstr>
      <vt:lpstr>Verdana</vt:lpstr>
      <vt:lpstr>ORNL Presentation</vt:lpstr>
      <vt:lpstr>Real-Twin Monthly Meeting </vt:lpstr>
      <vt:lpstr>Current Milestone(s)</vt:lpstr>
      <vt:lpstr>Real-Twin Automation Workflow for Vissim</vt:lpstr>
      <vt:lpstr>Real-Twin Automation Workflow for Vissim vs SUMO </vt:lpstr>
      <vt:lpstr>Real-Twin Automation Workflow for Vissim</vt:lpstr>
      <vt:lpstr>Real-Twin Automation Workflow for Vissim vs SUMO</vt:lpstr>
      <vt:lpstr>Real-Twin Automation Workflow for Vissim vs SUMO</vt:lpstr>
      <vt:lpstr>Real-Twin Automation Workflow for Vissim vs SUMO</vt:lpstr>
      <vt:lpstr>Real-Twin Automation Workflow for Vissim vs SUMO</vt:lpstr>
      <vt:lpstr>Real-Twin Automation Workflow for VISSIM </vt:lpstr>
      <vt:lpstr>Next Steps</vt:lpstr>
      <vt:lpstr>Other Updates</vt:lpstr>
      <vt:lpstr>Next Milestone</vt:lpstr>
      <vt:lpstr>Real-Twin Automation Workflow for Vissim</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Ozpineci, Burak</dc:creator>
  <cp:lastModifiedBy>Saroj, Abhilasha</cp:lastModifiedBy>
  <cp:revision>2</cp:revision>
  <dcterms:created xsi:type="dcterms:W3CDTF">2024-10-22T20:39:21Z</dcterms:created>
  <dcterms:modified xsi:type="dcterms:W3CDTF">2026-08-31T21:21:48Z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0x0101001242995F48605641897C479CE9B25F82</vt:lpwstr>
  </property>
  <property fmtid="{D5CDD505-2E9C-101B-9397-08002B2CF9AE}" pid="3" name="MediaServiceImageTags">
    <vt:lpwstr/>
  </property>
</Properties>
</file>