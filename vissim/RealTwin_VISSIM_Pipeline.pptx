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aim is parity: same inputs, same logic, same numbers. That is what lets a difference in results be attributed to the simulator rather than to the model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Stages 1 to 4 are complete and checked against the SUMO pipeline on the same corridor.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Chattanooga has 10 junctions, 34 approaches and 104 movements. Every later stage is expressed per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name-based method was a dead end for anyone not starting from SUMO. Worse, it would have failed silently and fallen back to guessing by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portability change. Chattanooga: 186 roads, 17 junctions, 127 roads inside one and 59 ordinary roads - which matches exactly what the old method found, from a completely different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methods partition the links identically. Only the labels differ, because OpenDRIVE numbers junctions its own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membership is 25 links at the largest junction against 17 internal ones, because a node is a polygon over the intersection and approaches poke into it. Useful as a check, not as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Measuring at the two ends nearest the junction gives a clean angle for the manoeuvre. Our bearings agree with SUMO's to a mean of 0.07 degrees, computed completely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20 degree cut is the one judgement call, inherited from the SUMO side. It is worth revisiting on a network where it can be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337.5 is where a 45-degree sector centred on north begins, so a road pointing 350 degrees sorts first with the other northbound legs instead of last. The formula is taken from RealTwin's SUMO code so both tables sort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camera file for this intersection reports EB, SB and WB movements and no northbound ones, so those three names are handed out in order. Note link 17 points south-WEST but is called southbound - because that is what the camera operator called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purpose as the SUMO MatchupTable, and laid out so columns A to N sit in the same order, with one Vissim-only column parked at the end for the internal links a movement crosses.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ordering rule is what catches a misclassified turn without needing anything to compare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cells out of 104 rows. Those 13 are field knowledge - which camera watches which intersection - and cannot be derived. RealTwin's SUMO flow asks for exactly the same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RealTwin's own generator over the committed SUMO table changes 11 cells, so that file is not purely generated either. Any pipeline of this kind needs a durable escape hatch.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Recording the mapping rather than depending on it. netconvert happens to write the SUMO junction ID into the OpenDRIVE junction's name field, which is where the translation comes from - but that field is optional in the standard, so the pipeline never reads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Written by stage 1 as &lt;name&gt;_junctions.csv. The seven 'J' entries are places SUMO created a node for a lane drop or name change, not intersections; they fail the three-approach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with no SUMO file open: 13 cells typed by hand, everything else from the Vissim network and the raw camera and Synchro files. The SUMO table was opened afterwards only to score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Periods with no data are written as zero rather than left blank, so a gap cannot silently inherit the previous period's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SUMO's network has 18 links nothing feeds, but its flow file writes only 16 - it skips the same two stubs.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bug that left entry link 2 empty while overloading the two counted approaches downstream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entry link SUMO gives traffic to has a Vissim vehicle input with an identical 15-minute profile, to the vehicle. Before the fixes this was 9 of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last rule drives the whole design. A marker placed where vehicles are still on an earlier route has its turn shares silently discarded.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also makes calibration easy: changing a turn percentage later is editing one number, not adding network objects and re-checking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Junction 4's marker gained 110 m, junction 2's gained 348 m. The walk only crosses a road where traffic cannot branch off, or vehicles not heading for the junction would be given a turn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Vissim's own formula: 5 m of road per lane change plus a base distance. Link 47 is five lanes in thirteen metres. The simulation reported 56 warnings of vehicles failing to reach their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documented answer to the 45.8 m median approach against a 200 m lane-change distance. It is the modeller's call, so the pipeline never turns it on by itself. Verified: 34 of 34 decisions combined when asked, 0 when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comparison work was worth the effort. The failure mode here is silence, not error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of the three historical defects would have been caught this way. The third, the empty entry link, would not - that gap is known and stated rather than papered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Chattanooga produces four notes about U-turns at three-leg junctions, two warnings about movements the network lacks, and one flow imbalance of -28 percent between junctions 8 and 10 - most likely the shopping mall entrances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through stage 4 is written into the Vissim model and reproducible from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lesson is the general one: an aggregate agreeing does not mean the parts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RealTwin VISSIM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09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166AC"/>
                </a:solidFill>
                <a:latin typeface="Calibri"/>
              </a:rPr>
              <a:t>How the network, MatchupTable, demand and turn routing are built  |  Oak Ridge National Laboratory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BCCE0"/>
                </a:solidFill>
                <a:latin typeface="Calibri"/>
              </a:rPr>
              <a:t>What the pipeline does, and the one idea behind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we are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VISSIM version of the RealTwin SUMO workflow, driven over the Vissim COM API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Inputs: a road network, turn counts from GridSmart cameras, signal timings from Synchro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Output: a Vissim model loaded with traffic, ready to simulate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Same method as the SUMO pipeline, so results can be compared simulator to simulator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Built and tested against PTV Vissim 2026 on the Chattanooga corridor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stages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Produces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Import network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Vissim network + list of turn movements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MatchupTable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Sheet linking network, counts and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Vehicle inputs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Traffic entering the model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Turn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Which way traffic turns, and in what proportion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Signal control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Traffic signal timings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Not started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Right turn on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RTOR and stop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Not started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words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Link - a piece of road. Vissim splits a network into many short links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Connector - a short stitch joining one link to the next (about 1.5 m here)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Junction - an intersection. Vissim fills it with small internal links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Approach - the link a vehicle arrives on at a junction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Movement - one turn: from one approach to one exit. The unit of everything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Bearing - the compass direction a piece of road points, in degrees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BCCE0"/>
                </a:solidFill>
                <a:latin typeface="Calibri"/>
              </a:rPr>
              <a:t>How we find a junction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Vissim renumbers everything when it imports a network - old IDs are worthless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It also turns every road into a link, including the little roads inside a junction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So after import we have 441 links and no idea which belong to which intersection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First attempt: read the junction out of the link's name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That worked, but only because SUMO had written its own names into the file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network from RoadRunner, CARLA or a survey firm has no such names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fix: ask the OpenDRIVE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OpenDRIVE is the standard format the network is handed to Vissim in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Every road in it carries a 'junction' tag: which junction it belongs to, or -1 for none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Both that tag and the junction's ID are REQUIRED by the standard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So every valid file has them, whoever produced 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Vissim names each imported link after the road it came from, e.g. '473-0-Right'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That road number is the bridge: file says road 473 is in junction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Checked: same answer, different route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From OpenDRIVE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From SUMO names (old)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Junction groups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Same grouping of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Movements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Junctions kept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Turn mix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R28 T28 L26 U22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identical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Two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Not every group of roads is an intersection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A junction must have at least 3 approaches; below that it is a mid-block joint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Chattanooga: 17 groups found, 7 dropped, 10 real intersections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Vissim builds its own 'segment node' per junction when it imports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We compare our list against those nodes and report any disagreement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The nodes cannot do the job themselves - they also cover the approaches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BCCE0"/>
                </a:solidFill>
                <a:latin typeface="Calibri"/>
              </a:rPr>
              <a:t>Approaches, bearings and turns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Bearing: which way a road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Every link is a line of points; a bearing is the compass angle between two of them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0 degrees is north, 90 east, going clockwise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For an approach we use the LAST two points - the direction at the stop bar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For an exit we use the FIRST two - the direction just after the turn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The bits in between are ignored: connectors are ~1.5 m and internal roads curve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Those curves are an artefact of how the junction was drawn, not of the manoeuvre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Turn: comparing the two bearings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Subtract the approach bearing from the exit bearing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Change of 20 degrees or less   -&gt;  straight ahead ('thru')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Change of about 180 degrees    -&gt;  U-turn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Otherwise clockwise -&gt; right, anticlockwise -&gt; left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Movements are then SORTED by that angle, sharpest right first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That ordering matters more than it looks - see the next section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Naming the approach: NB, EB, SB, WB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NOT by absolute compass direction - that breaks on angled intersections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Junction 8 has legs at 52 and 114 degrees: both are 'eastbound' by sector,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and nothing is northbound, though the camera clearly counts northbound traffic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Instead: sort the legs clockwise starting from north-west (337.5 degrees)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Then the 1st leg takes the 1st direction the count file names, 2nd the 2nd, and so 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Geometry decides the ORDER. The count file decides the NAMES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Worked example: junction 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Leg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Bearing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Sorted position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Named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link 22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111.5 deg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1st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EB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link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235.1 deg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link 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292.0 deg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3rd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WB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BCCE0"/>
                </a:solidFill>
                <a:latin typeface="Calibri"/>
              </a:rPr>
              <a:t>Building the MatchupTable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MatchupTable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One row per movement - one line for each turn at each junction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It joins three separate worlds so they can refer to each other: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Network - which Vissim links the movement uses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Demand - which camera file, and which turn within it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Signal - which Synchro intersection, and which phase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104 rows for Chattanooga. It is the only file a person touches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movement code: NBL, NBT, EBR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Code = direction + turn letter.  R right, T through, L left, U U-turn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So the left turn off the southbound leg is 'SBL'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That string is the column heading in the camera's spreadsheet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Match the code, read the count - that is the whole join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Safety rule: down one approach the codes must run in order R, T, L, U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because the movements were sorted by turning angle, so codes cannot jump about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a person supplies, and what is generated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Who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Chattanooga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Which camera file for each junction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person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6 cells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Which Synchro intersection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6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Which Synchro file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person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 cell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Intersection name and survey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generated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Turn code per movement, counts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generated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80 rows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Turn code per movement,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generated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80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Corrections stay 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Warnings point at rows worth checking; a person fixes them in the sheet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Re-running the stage used to overwrite those fixes - the tool undid its own advice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Now anything a person has entered is kept, and the run says what it would have changed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--regenerate rebuilds from scratch, for after the derivation itself is fixed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This matters: the SUMO MatchupTable itself has 11 hand-corrected cells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BCCE0"/>
                </a:solidFill>
                <a:latin typeface="Calibri"/>
              </a:rPr>
              <a:t>How it lines up with the SUMO MatchupTable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two tables describe the same road,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Same junctions, same approaches, same movements - independently derived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But the ID numbers differ, because each tool numbers junctions its own way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SUMO numbers them 2, 3, 4, 7, 8, 9, 10, 11, 12, 18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OpenDRIVE numbers the same ten 2, 4, 5, 7, 9, 10, 11, 13, 14, 15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We use the OpenDRIVE numbers, so the pipeline works on any file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The translation is written to &lt;name&gt;_junctions.csv and used by nothing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junction translation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OpenDRIVE ID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SUMO ID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Internal links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Real intersection?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J4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no - mid-block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Result: the two tables agree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was compared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Junctions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10, same set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Approaches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34, same per junction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Movements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104, same per junction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Turn labels (left/thru/right/U)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104 / 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Count codes (NBL, EBR ...)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104 / 104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Signal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104 / 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Approach code sets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34 / 34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Bearings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mean difference 0.07 deg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BCCE0"/>
                </a:solidFill>
                <a:latin typeface="Calibri"/>
              </a:rPr>
              <a:t>Vehicle inputs - traffic entering the model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a vehicle input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The point where traffic enters the model, and how much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Sits on an 'entry link' - a road at the edge of the network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Carries a volume in vehicles per hour for each 15-minute period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Camera counts come in 15-minute bins, so the model follows the real profile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Chattanooga 07:00-09:00: 16 entry links, 8 periods, 7,499 vehicles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counts as an entry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Nothing feeds into it - no connector arrives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AND it leads somewhere - it feeds something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The second half matters: the import leaves two disconnected stubs behind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Traffic put on a stub could never reach the network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Result: 16 entry links, exactly the 16 SUMO uses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Counts are measured at junctions; traffic enters at the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So each counted approach is traced back upstream to the true entry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This kept failing, leaving every count stranded at the junction it was measured at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Cause: Vissim splits a junction into several internal links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One road upstream then looks like several different roads arriving - a false merge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Stepping over the internal links fixes it: 186 links resolve to 59 real roads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SUMO's network also has 59. One entry link had been left with no traffic at all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Vehicle inputs against SUMO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SUMO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VISSIM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Entry links written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Entry links carrying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Volume profiles matching exactly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12 of 12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Vehicles, 07:00-09:00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7,499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BCCE0"/>
                </a:solidFill>
                <a:latin typeface="Calibri"/>
              </a:rPr>
              <a:t>Turn routing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a routing decision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marker on the road. A vehicle crossing it is given a route to follow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Each route ends downstream and carries a share of the traffic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Shares come straight from the camera counts, so the split matches reality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Key rule: a vehicle already on a route IGNORES any further markers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Chattanooga: 34 decisions, 104 routes, one per movement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One decision per approach, covering every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Not one decision per turn - that multiplies markers and risks them being ignored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Turns with no count data get a route with share 0, not no route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Why: a turn with no route is not 'unknown' to Vissim, it is forbidden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zero is visible, and becomes live the moment a number replaces 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346 of 832 route-shares are currently zero, at the four uncounted junctions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the markers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route must finish before the next marker starts, or that marker is ignored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marker only takes effect on the NEXT simulation step, so a gap is required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That gap is calculated, not guessed: fastest vehicle in one step = 3.33 m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Markers are pushed as far upstream as the rules allow, for maximum warning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7 of 34 moved back past their own approach, gaining 741 m of notice in total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physical limit on short approaches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Link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Lanes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Length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Distance needed to cross lanes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12.98 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22.5 m  - impossible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7.51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7.5 m  - exactly the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24.96 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12.5 m  - tight when busy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Combined routing - the remedy,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Vissim can join a decision to the routes that end just before 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vehicle then learns at one junction which way it turns at the NEXT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So it changes lanes across the intervening road instead of at the stop bar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The manual describes this as preventing 'artificially causing queues'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OFF by default, switched on with --combine-routes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Because it changes how vehicles behave, not just what is in the file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Checking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BCCE0"/>
                </a:solidFill>
                <a:latin typeface="Calibri"/>
              </a:rPr>
              <a:t>Especially where there is nothing to compare against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real defects, all found by comparing with 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An upstream trace that never worked, leaving an entry link empty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Two movements sharing one code, so a count was used twice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That inflated one approach by 60 percent - it looked like a plausible volume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code attached to the wrong movement while the totals still matched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None would have crashed anything. A wrong model runs perfectly happily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But the next corridor has no SUMO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So the checks that matter are the ones needing nothing to compare against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Codes down an approach must run R, T, L, U - a break means two turns clash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Traffic leaving one junction should roughly equal traffic reaching the next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Legs too close together to order confidently are reported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movement the camera reports but the road network lacks is reported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Tested: the original faulty code triggers these on the real data, with no SUMO file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Judging a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Not everything flagged is broken - the message has to say which is which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U-turn the camera counts that the road cannot make: normal, just a note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 right turn the camera counts that the network lacks: worth a look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Traffic dropping between two junctions: probably driveways, possibly an error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The tool reports and explains. A person decides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Where we are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1437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Import network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104 movements, 10 junctions, any OpenDRIVE file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MatchupTable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104/104 against the SUMO table, generated standalone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Vehicle inputs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12/12 volume profiles match to the vehicle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Turn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34 decisions, 104 routes, placement rules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Combined routing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Done, optional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34/34 when asked, off by default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Signal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Not started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Format already understood (.prbc)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Right turn on red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Not started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Must be designed, not ported from SUMO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things worth carrying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Nothing is trusted until checked - and how you compare matters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Matching row by row agreed while a code sat on the wrong movement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The pipeline no longer depends on SUMO having produced the network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Junctions come from the OpenDRIVE standard, which any file has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Right turn on red will NOT be a port of the SUMO logic</a:t>
            </a:r>
          </a:p>
          <a:p>
            <a:pPr algn="l"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– SUMO has no such concept; Vissim models it physically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